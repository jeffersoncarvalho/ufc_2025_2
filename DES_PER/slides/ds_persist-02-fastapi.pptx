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26"/>
  </p:notesMasterIdLst>
  <p:sldIdLst>
    <p:sldId id="256" r:id="rId2"/>
    <p:sldId id="350" r:id="rId3"/>
    <p:sldId id="351" r:id="rId4"/>
    <p:sldId id="352" r:id="rId5"/>
    <p:sldId id="353" r:id="rId6"/>
    <p:sldId id="321" r:id="rId7"/>
    <p:sldId id="322" r:id="rId8"/>
    <p:sldId id="308" r:id="rId9"/>
    <p:sldId id="318" r:id="rId10"/>
    <p:sldId id="319" r:id="rId11"/>
    <p:sldId id="320" r:id="rId12"/>
    <p:sldId id="306" r:id="rId13"/>
    <p:sldId id="354" r:id="rId14"/>
    <p:sldId id="349" r:id="rId15"/>
    <p:sldId id="302" r:id="rId16"/>
    <p:sldId id="303" r:id="rId17"/>
    <p:sldId id="304" r:id="rId18"/>
    <p:sldId id="314" r:id="rId19"/>
    <p:sldId id="312" r:id="rId20"/>
    <p:sldId id="315" r:id="rId21"/>
    <p:sldId id="316" r:id="rId22"/>
    <p:sldId id="317" r:id="rId23"/>
    <p:sldId id="305" r:id="rId24"/>
    <p:sldId id="257" r:id="rId25"/>
  </p:sldIdLst>
  <p:sldSz cx="9144000" cy="6858000" type="screen4x3"/>
  <p:notesSz cx="6854825" cy="97123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8" charset="0"/>
        <a:ea typeface="+mn-ea"/>
        <a:cs typeface="Lucida Sans Unicode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9B6EA8-8DFA-4B5E-812A-56B29DF56FFA}" v="25" dt="2024-12-10T03:47:47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gis Magalhaes" userId="fc3f9ca8-19b2-4bd7-be71-6298b07fdfb6" providerId="ADAL" clId="{D81C1DE0-F15B-4E52-A1E7-F928A95C7028}"/>
    <pc:docChg chg="undo redo custSel addSld delSld modSld sldOrd">
      <pc:chgData name="Regis Magalhaes" userId="fc3f9ca8-19b2-4bd7-be71-6298b07fdfb6" providerId="ADAL" clId="{D81C1DE0-F15B-4E52-A1E7-F928A95C7028}" dt="2024-12-01T14:31:19.953" v="2566" actId="368"/>
      <pc:docMkLst>
        <pc:docMk/>
      </pc:docMkLst>
      <pc:sldChg chg="addSp modSp mod">
        <pc:chgData name="Regis Magalhaes" userId="fc3f9ca8-19b2-4bd7-be71-6298b07fdfb6" providerId="ADAL" clId="{D81C1DE0-F15B-4E52-A1E7-F928A95C7028}" dt="2024-11-03T18:36:36.511" v="58" actId="1037"/>
        <pc:sldMkLst>
          <pc:docMk/>
          <pc:sldMk cId="0" sldId="256"/>
        </pc:sldMkLst>
        <pc:spChg chg="mod">
          <ac:chgData name="Regis Magalhaes" userId="fc3f9ca8-19b2-4bd7-be71-6298b07fdfb6" providerId="ADAL" clId="{D81C1DE0-F15B-4E52-A1E7-F928A95C7028}" dt="2024-11-03T18:34:52.984" v="6" actId="20577"/>
          <ac:spMkLst>
            <pc:docMk/>
            <pc:sldMk cId="0" sldId="256"/>
            <ac:spMk id="6146" creationId="{00000000-0000-0000-0000-000000000000}"/>
          </ac:spMkLst>
        </pc:spChg>
        <pc:picChg chg="add mod">
          <ac:chgData name="Regis Magalhaes" userId="fc3f9ca8-19b2-4bd7-be71-6298b07fdfb6" providerId="ADAL" clId="{D81C1DE0-F15B-4E52-A1E7-F928A95C7028}" dt="2024-11-03T18:36:36.511" v="58" actId="1037"/>
          <ac:picMkLst>
            <pc:docMk/>
            <pc:sldMk cId="0" sldId="256"/>
            <ac:picMk id="2" creationId="{EBE42D92-5649-8AAD-5E9F-B6911713C88E}"/>
          </ac:picMkLst>
        </pc:picChg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131661536" sldId="258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502399037" sldId="260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924575375" sldId="263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3911654635" sldId="265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595807310" sldId="266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688868275" sldId="269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003311978" sldId="271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988807127" sldId="280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905492698" sldId="281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46182957" sldId="282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3890589231" sldId="283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758705096" sldId="284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234570648" sldId="285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47176980" sldId="286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721817038" sldId="287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324979191" sldId="290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900902919" sldId="291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50580920" sldId="292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4015449704" sldId="293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2120405669" sldId="294"/>
        </pc:sldMkLst>
      </pc:sldChg>
      <pc:sldChg chg="del">
        <pc:chgData name="Regis Magalhaes" userId="fc3f9ca8-19b2-4bd7-be71-6298b07fdfb6" providerId="ADAL" clId="{D81C1DE0-F15B-4E52-A1E7-F928A95C7028}" dt="2024-11-03T18:35:00.861" v="7" actId="47"/>
        <pc:sldMkLst>
          <pc:docMk/>
          <pc:sldMk cId="1249657696" sldId="295"/>
        </pc:sldMkLst>
      </pc:sldChg>
      <pc:sldChg chg="addSp modSp new mod">
        <pc:chgData name="Regis Magalhaes" userId="fc3f9ca8-19b2-4bd7-be71-6298b07fdfb6" providerId="ADAL" clId="{D81C1DE0-F15B-4E52-A1E7-F928A95C7028}" dt="2024-11-03T18:41:22.282" v="240" actId="20577"/>
        <pc:sldMkLst>
          <pc:docMk/>
          <pc:sldMk cId="414922300" sldId="298"/>
        </pc:sldMkLst>
        <pc:spChg chg="mod">
          <ac:chgData name="Regis Magalhaes" userId="fc3f9ca8-19b2-4bd7-be71-6298b07fdfb6" providerId="ADAL" clId="{D81C1DE0-F15B-4E52-A1E7-F928A95C7028}" dt="2024-11-03T18:35:17.734" v="15" actId="20577"/>
          <ac:spMkLst>
            <pc:docMk/>
            <pc:sldMk cId="414922300" sldId="298"/>
            <ac:spMk id="2" creationId="{886DFA55-13AD-784A-1BD4-93ACC5104F28}"/>
          </ac:spMkLst>
        </pc:spChg>
        <pc:spChg chg="mod">
          <ac:chgData name="Regis Magalhaes" userId="fc3f9ca8-19b2-4bd7-be71-6298b07fdfb6" providerId="ADAL" clId="{D81C1DE0-F15B-4E52-A1E7-F928A95C7028}" dt="2024-11-03T18:41:22.282" v="240" actId="20577"/>
          <ac:spMkLst>
            <pc:docMk/>
            <pc:sldMk cId="414922300" sldId="298"/>
            <ac:spMk id="3" creationId="{F3CD1E96-FF77-7BED-4EBD-AB6B22B9A67B}"/>
          </ac:spMkLst>
        </pc:spChg>
        <pc:picChg chg="add mod">
          <ac:chgData name="Regis Magalhaes" userId="fc3f9ca8-19b2-4bd7-be71-6298b07fdfb6" providerId="ADAL" clId="{D81C1DE0-F15B-4E52-A1E7-F928A95C7028}" dt="2024-11-03T18:36:10.518" v="34" actId="1076"/>
          <ac:picMkLst>
            <pc:docMk/>
            <pc:sldMk cId="414922300" sldId="298"/>
            <ac:picMk id="2050" creationId="{808AA0D5-58A7-E479-EB69-69F1530E6719}"/>
          </ac:picMkLst>
        </pc:picChg>
      </pc:sldChg>
      <pc:sldChg chg="addSp modSp new mod">
        <pc:chgData name="Regis Magalhaes" userId="fc3f9ca8-19b2-4bd7-be71-6298b07fdfb6" providerId="ADAL" clId="{D81C1DE0-F15B-4E52-A1E7-F928A95C7028}" dt="2024-11-05T12:08:35.463" v="1647" actId="20577"/>
        <pc:sldMkLst>
          <pc:docMk/>
          <pc:sldMk cId="711037387" sldId="299"/>
        </pc:sldMkLst>
        <pc:spChg chg="mod">
          <ac:chgData name="Regis Magalhaes" userId="fc3f9ca8-19b2-4bd7-be71-6298b07fdfb6" providerId="ADAL" clId="{D81C1DE0-F15B-4E52-A1E7-F928A95C7028}" dt="2024-11-03T18:43:20.315" v="248" actId="20577"/>
          <ac:spMkLst>
            <pc:docMk/>
            <pc:sldMk cId="711037387" sldId="299"/>
            <ac:spMk id="2" creationId="{645B8EE5-8EB9-3F00-2729-14D9BF50509C}"/>
          </ac:spMkLst>
        </pc:spChg>
        <pc:spChg chg="mod">
          <ac:chgData name="Regis Magalhaes" userId="fc3f9ca8-19b2-4bd7-be71-6298b07fdfb6" providerId="ADAL" clId="{D81C1DE0-F15B-4E52-A1E7-F928A95C7028}" dt="2024-11-05T12:08:35.463" v="1647" actId="20577"/>
          <ac:spMkLst>
            <pc:docMk/>
            <pc:sldMk cId="711037387" sldId="299"/>
            <ac:spMk id="3" creationId="{5F7E5412-7721-D6D9-B660-A1F994FB38DA}"/>
          </ac:spMkLst>
        </pc:spChg>
        <pc:picChg chg="add mod">
          <ac:chgData name="Regis Magalhaes" userId="fc3f9ca8-19b2-4bd7-be71-6298b07fdfb6" providerId="ADAL" clId="{D81C1DE0-F15B-4E52-A1E7-F928A95C7028}" dt="2024-11-03T22:11:04.629" v="872"/>
          <ac:picMkLst>
            <pc:docMk/>
            <pc:sldMk cId="711037387" sldId="299"/>
            <ac:picMk id="4" creationId="{DB8DCCD6-4F2C-3DC1-6381-9D54FB035131}"/>
          </ac:picMkLst>
        </pc:picChg>
      </pc:sldChg>
      <pc:sldChg chg="addSp delSp modSp new mod">
        <pc:chgData name="Regis Magalhaes" userId="fc3f9ca8-19b2-4bd7-be71-6298b07fdfb6" providerId="ADAL" clId="{D81C1DE0-F15B-4E52-A1E7-F928A95C7028}" dt="2024-11-03T22:11:11.621" v="875" actId="1035"/>
        <pc:sldMkLst>
          <pc:docMk/>
          <pc:sldMk cId="768116375" sldId="300"/>
        </pc:sldMkLst>
        <pc:spChg chg="mod">
          <ac:chgData name="Regis Magalhaes" userId="fc3f9ca8-19b2-4bd7-be71-6298b07fdfb6" providerId="ADAL" clId="{D81C1DE0-F15B-4E52-A1E7-F928A95C7028}" dt="2024-11-03T19:06:40.596" v="327" actId="1036"/>
          <ac:spMkLst>
            <pc:docMk/>
            <pc:sldMk cId="768116375" sldId="300"/>
            <ac:spMk id="2" creationId="{553684B3-9C27-AFDE-1552-CFA694CCD162}"/>
          </ac:spMkLst>
        </pc:spChg>
        <pc:spChg chg="del mod">
          <ac:chgData name="Regis Magalhaes" userId="fc3f9ca8-19b2-4bd7-be71-6298b07fdfb6" providerId="ADAL" clId="{D81C1DE0-F15B-4E52-A1E7-F928A95C7028}" dt="2024-11-03T19:04:56.505" v="284" actId="478"/>
          <ac:spMkLst>
            <pc:docMk/>
            <pc:sldMk cId="768116375" sldId="300"/>
            <ac:spMk id="3" creationId="{179D3CDD-24EC-5022-3AC9-28A3581D10B4}"/>
          </ac:spMkLst>
        </pc:spChg>
        <pc:spChg chg="add mod">
          <ac:chgData name="Regis Magalhaes" userId="fc3f9ca8-19b2-4bd7-be71-6298b07fdfb6" providerId="ADAL" clId="{D81C1DE0-F15B-4E52-A1E7-F928A95C7028}" dt="2024-11-03T19:58:18.540" v="601" actId="20577"/>
          <ac:spMkLst>
            <pc:docMk/>
            <pc:sldMk cId="768116375" sldId="300"/>
            <ac:spMk id="5" creationId="{6D5B5C8B-1A61-A68E-FE99-3D5F573C9FB0}"/>
          </ac:spMkLst>
        </pc:spChg>
        <pc:picChg chg="add mod">
          <ac:chgData name="Regis Magalhaes" userId="fc3f9ca8-19b2-4bd7-be71-6298b07fdfb6" providerId="ADAL" clId="{D81C1DE0-F15B-4E52-A1E7-F928A95C7028}" dt="2024-11-03T22:11:11.621" v="875" actId="1035"/>
          <ac:picMkLst>
            <pc:docMk/>
            <pc:sldMk cId="768116375" sldId="300"/>
            <ac:picMk id="6" creationId="{B3A250C0-7C31-EE79-CF46-EA992A49A621}"/>
          </ac:picMkLst>
        </pc:picChg>
      </pc:sldChg>
      <pc:sldChg chg="modSp new del mod">
        <pc:chgData name="Regis Magalhaes" userId="fc3f9ca8-19b2-4bd7-be71-6298b07fdfb6" providerId="ADAL" clId="{D81C1DE0-F15B-4E52-A1E7-F928A95C7028}" dt="2024-11-03T21:49:05.678" v="666" actId="2696"/>
        <pc:sldMkLst>
          <pc:docMk/>
          <pc:sldMk cId="2260306657" sldId="301"/>
        </pc:sldMkLst>
        <pc:spChg chg="mod">
          <ac:chgData name="Regis Magalhaes" userId="fc3f9ca8-19b2-4bd7-be71-6298b07fdfb6" providerId="ADAL" clId="{D81C1DE0-F15B-4E52-A1E7-F928A95C7028}" dt="2024-11-03T19:07:30.856" v="335" actId="20577"/>
          <ac:spMkLst>
            <pc:docMk/>
            <pc:sldMk cId="2260306657" sldId="301"/>
            <ac:spMk id="2" creationId="{DD5BABFE-7501-0BA2-9805-297AFB00A867}"/>
          </ac:spMkLst>
        </pc:spChg>
        <pc:spChg chg="mod">
          <ac:chgData name="Regis Magalhaes" userId="fc3f9ca8-19b2-4bd7-be71-6298b07fdfb6" providerId="ADAL" clId="{D81C1DE0-F15B-4E52-A1E7-F928A95C7028}" dt="2024-11-03T19:14:50.376" v="483" actId="20577"/>
          <ac:spMkLst>
            <pc:docMk/>
            <pc:sldMk cId="2260306657" sldId="301"/>
            <ac:spMk id="3" creationId="{99A87835-F968-F551-03DE-01BCC5B8D37A}"/>
          </ac:spMkLst>
        </pc:spChg>
      </pc:sldChg>
      <pc:sldChg chg="addSp modSp add mod">
        <pc:chgData name="Regis Magalhaes" userId="fc3f9ca8-19b2-4bd7-be71-6298b07fdfb6" providerId="ADAL" clId="{D81C1DE0-F15B-4E52-A1E7-F928A95C7028}" dt="2024-11-03T22:25:00.062" v="1211" actId="20577"/>
        <pc:sldMkLst>
          <pc:docMk/>
          <pc:sldMk cId="3652283670" sldId="301"/>
        </pc:sldMkLst>
        <pc:spChg chg="mod">
          <ac:chgData name="Regis Magalhaes" userId="fc3f9ca8-19b2-4bd7-be71-6298b07fdfb6" providerId="ADAL" clId="{D81C1DE0-F15B-4E52-A1E7-F928A95C7028}" dt="2024-11-03T22:25:00.062" v="1211" actId="20577"/>
          <ac:spMkLst>
            <pc:docMk/>
            <pc:sldMk cId="3652283670" sldId="301"/>
            <ac:spMk id="3" creationId="{99A87835-F968-F551-03DE-01BCC5B8D37A}"/>
          </ac:spMkLst>
        </pc:spChg>
        <pc:spChg chg="add">
          <ac:chgData name="Regis Magalhaes" userId="fc3f9ca8-19b2-4bd7-be71-6298b07fdfb6" providerId="ADAL" clId="{D81C1DE0-F15B-4E52-A1E7-F928A95C7028}" dt="2024-11-03T22:23:58.248" v="1108"/>
          <ac:spMkLst>
            <pc:docMk/>
            <pc:sldMk cId="3652283670" sldId="301"/>
            <ac:spMk id="5" creationId="{361EC399-A332-C581-3201-B58298A20CD2}"/>
          </ac:spMkLst>
        </pc:spChg>
        <pc:picChg chg="add mod">
          <ac:chgData name="Regis Magalhaes" userId="fc3f9ca8-19b2-4bd7-be71-6298b07fdfb6" providerId="ADAL" clId="{D81C1DE0-F15B-4E52-A1E7-F928A95C7028}" dt="2024-11-03T22:11:18" v="876"/>
          <ac:picMkLst>
            <pc:docMk/>
            <pc:sldMk cId="3652283670" sldId="301"/>
            <ac:picMk id="4" creationId="{12B92CBA-0549-5667-4FCE-CC6ED87B675D}"/>
          </ac:picMkLst>
        </pc:picChg>
      </pc:sldChg>
      <pc:sldChg chg="modSp add mod">
        <pc:chgData name="Regis Magalhaes" userId="fc3f9ca8-19b2-4bd7-be71-6298b07fdfb6" providerId="ADAL" clId="{D81C1DE0-F15B-4E52-A1E7-F928A95C7028}" dt="2024-11-12T03:18:17.087" v="1947" actId="2710"/>
        <pc:sldMkLst>
          <pc:docMk/>
          <pc:sldMk cId="1044300649" sldId="302"/>
        </pc:sldMkLst>
        <pc:spChg chg="mod">
          <ac:chgData name="Regis Magalhaes" userId="fc3f9ca8-19b2-4bd7-be71-6298b07fdfb6" providerId="ADAL" clId="{D81C1DE0-F15B-4E52-A1E7-F928A95C7028}" dt="2024-11-03T19:22:26.151" v="485" actId="20577"/>
          <ac:spMkLst>
            <pc:docMk/>
            <pc:sldMk cId="1044300649" sldId="302"/>
            <ac:spMk id="2" creationId="{553684B3-9C27-AFDE-1552-CFA694CCD162}"/>
          </ac:spMkLst>
        </pc:spChg>
        <pc:spChg chg="mod">
          <ac:chgData name="Regis Magalhaes" userId="fc3f9ca8-19b2-4bd7-be71-6298b07fdfb6" providerId="ADAL" clId="{D81C1DE0-F15B-4E52-A1E7-F928A95C7028}" dt="2024-11-12T03:18:17.087" v="1947" actId="2710"/>
          <ac:spMkLst>
            <pc:docMk/>
            <pc:sldMk cId="1044300649" sldId="302"/>
            <ac:spMk id="5" creationId="{6D5B5C8B-1A61-A68E-FE99-3D5F573C9FB0}"/>
          </ac:spMkLst>
        </pc:spChg>
      </pc:sldChg>
      <pc:sldChg chg="modSp add mod">
        <pc:chgData name="Regis Magalhaes" userId="fc3f9ca8-19b2-4bd7-be71-6298b07fdfb6" providerId="ADAL" clId="{D81C1DE0-F15B-4E52-A1E7-F928A95C7028}" dt="2024-11-03T23:00:32.328" v="1587" actId="403"/>
        <pc:sldMkLst>
          <pc:docMk/>
          <pc:sldMk cId="1930273815" sldId="303"/>
        </pc:sldMkLst>
        <pc:spChg chg="mod">
          <ac:chgData name="Regis Magalhaes" userId="fc3f9ca8-19b2-4bd7-be71-6298b07fdfb6" providerId="ADAL" clId="{D81C1DE0-F15B-4E52-A1E7-F928A95C7028}" dt="2024-11-03T22:38:10.271" v="1391" actId="1035"/>
          <ac:spMkLst>
            <pc:docMk/>
            <pc:sldMk cId="1930273815" sldId="303"/>
            <ac:spMk id="2" creationId="{553684B3-9C27-AFDE-1552-CFA694CCD162}"/>
          </ac:spMkLst>
        </pc:spChg>
        <pc:spChg chg="mod">
          <ac:chgData name="Regis Magalhaes" userId="fc3f9ca8-19b2-4bd7-be71-6298b07fdfb6" providerId="ADAL" clId="{D81C1DE0-F15B-4E52-A1E7-F928A95C7028}" dt="2024-11-03T23:00:32.328" v="1587" actId="403"/>
          <ac:spMkLst>
            <pc:docMk/>
            <pc:sldMk cId="1930273815" sldId="303"/>
            <ac:spMk id="5" creationId="{6D5B5C8B-1A61-A68E-FE99-3D5F573C9FB0}"/>
          </ac:spMkLst>
        </pc:spChg>
      </pc:sldChg>
      <pc:sldChg chg="modSp add mod">
        <pc:chgData name="Regis Magalhaes" userId="fc3f9ca8-19b2-4bd7-be71-6298b07fdfb6" providerId="ADAL" clId="{D81C1DE0-F15B-4E52-A1E7-F928A95C7028}" dt="2024-11-12T03:20:25.302" v="1993" actId="1036"/>
        <pc:sldMkLst>
          <pc:docMk/>
          <pc:sldMk cId="3564441602" sldId="304"/>
        </pc:sldMkLst>
        <pc:spChg chg="mod">
          <ac:chgData name="Regis Magalhaes" userId="fc3f9ca8-19b2-4bd7-be71-6298b07fdfb6" providerId="ADAL" clId="{D81C1DE0-F15B-4E52-A1E7-F928A95C7028}" dt="2024-11-12T03:20:25.302" v="1993" actId="1036"/>
          <ac:spMkLst>
            <pc:docMk/>
            <pc:sldMk cId="3564441602" sldId="304"/>
            <ac:spMk id="2" creationId="{553684B3-9C27-AFDE-1552-CFA694CCD162}"/>
          </ac:spMkLst>
        </pc:spChg>
        <pc:spChg chg="mod">
          <ac:chgData name="Regis Magalhaes" userId="fc3f9ca8-19b2-4bd7-be71-6298b07fdfb6" providerId="ADAL" clId="{D81C1DE0-F15B-4E52-A1E7-F928A95C7028}" dt="2024-11-12T03:20:17.785" v="1985" actId="1035"/>
          <ac:spMkLst>
            <pc:docMk/>
            <pc:sldMk cId="3564441602" sldId="304"/>
            <ac:spMk id="5" creationId="{6D5B5C8B-1A61-A68E-FE99-3D5F573C9FB0}"/>
          </ac:spMkLst>
        </pc:spChg>
      </pc:sldChg>
      <pc:sldChg chg="modSp new mod">
        <pc:chgData name="Regis Magalhaes" userId="fc3f9ca8-19b2-4bd7-be71-6298b07fdfb6" providerId="ADAL" clId="{D81C1DE0-F15B-4E52-A1E7-F928A95C7028}" dt="2024-11-03T21:57:51.668" v="724" actId="5793"/>
        <pc:sldMkLst>
          <pc:docMk/>
          <pc:sldMk cId="3014396282" sldId="305"/>
        </pc:sldMkLst>
        <pc:spChg chg="mod">
          <ac:chgData name="Regis Magalhaes" userId="fc3f9ca8-19b2-4bd7-be71-6298b07fdfb6" providerId="ADAL" clId="{D81C1DE0-F15B-4E52-A1E7-F928A95C7028}" dt="2024-11-03T21:50:22.787" v="703" actId="20577"/>
          <ac:spMkLst>
            <pc:docMk/>
            <pc:sldMk cId="3014396282" sldId="305"/>
            <ac:spMk id="2" creationId="{E73604BE-E33C-8142-01EC-708B889CA36F}"/>
          </ac:spMkLst>
        </pc:spChg>
        <pc:spChg chg="mod">
          <ac:chgData name="Regis Magalhaes" userId="fc3f9ca8-19b2-4bd7-be71-6298b07fdfb6" providerId="ADAL" clId="{D81C1DE0-F15B-4E52-A1E7-F928A95C7028}" dt="2024-11-03T21:57:51.668" v="724" actId="5793"/>
          <ac:spMkLst>
            <pc:docMk/>
            <pc:sldMk cId="3014396282" sldId="305"/>
            <ac:spMk id="3" creationId="{40B035BE-AC91-7EAF-E4DF-78D47B308B94}"/>
          </ac:spMkLst>
        </pc:spChg>
      </pc:sldChg>
      <pc:sldChg chg="addSp modSp new mod">
        <pc:chgData name="Regis Magalhaes" userId="fc3f9ca8-19b2-4bd7-be71-6298b07fdfb6" providerId="ADAL" clId="{D81C1DE0-F15B-4E52-A1E7-F928A95C7028}" dt="2024-11-12T03:13:01.942" v="1916" actId="2711"/>
        <pc:sldMkLst>
          <pc:docMk/>
          <pc:sldMk cId="3980927265" sldId="306"/>
        </pc:sldMkLst>
        <pc:spChg chg="mod">
          <ac:chgData name="Regis Magalhaes" userId="fc3f9ca8-19b2-4bd7-be71-6298b07fdfb6" providerId="ADAL" clId="{D81C1DE0-F15B-4E52-A1E7-F928A95C7028}" dt="2024-11-03T22:13:08.958" v="907" actId="1036"/>
          <ac:spMkLst>
            <pc:docMk/>
            <pc:sldMk cId="3980927265" sldId="306"/>
            <ac:spMk id="2" creationId="{C6BD4004-3388-CD06-3804-364307D26C72}"/>
          </ac:spMkLst>
        </pc:spChg>
        <pc:spChg chg="mod">
          <ac:chgData name="Regis Magalhaes" userId="fc3f9ca8-19b2-4bd7-be71-6298b07fdfb6" providerId="ADAL" clId="{D81C1DE0-F15B-4E52-A1E7-F928A95C7028}" dt="2024-11-12T03:13:01.942" v="1916" actId="2711"/>
          <ac:spMkLst>
            <pc:docMk/>
            <pc:sldMk cId="3980927265" sldId="306"/>
            <ac:spMk id="3" creationId="{4773A26C-4F3E-B6A4-5694-BFAA7D5AFACE}"/>
          </ac:spMkLst>
        </pc:spChg>
        <pc:spChg chg="add">
          <ac:chgData name="Regis Magalhaes" userId="fc3f9ca8-19b2-4bd7-be71-6298b07fdfb6" providerId="ADAL" clId="{D81C1DE0-F15B-4E52-A1E7-F928A95C7028}" dt="2024-11-03T22:00:34.966" v="790"/>
          <ac:spMkLst>
            <pc:docMk/>
            <pc:sldMk cId="3980927265" sldId="306"/>
            <ac:spMk id="4" creationId="{17A15F19-9CB8-0F23-ED6E-D5AD6166EC29}"/>
          </ac:spMkLst>
        </pc:spChg>
        <pc:picChg chg="add mod">
          <ac:chgData name="Regis Magalhaes" userId="fc3f9ca8-19b2-4bd7-be71-6298b07fdfb6" providerId="ADAL" clId="{D81C1DE0-F15B-4E52-A1E7-F928A95C7028}" dt="2024-11-03T22:11:22.427" v="878"/>
          <ac:picMkLst>
            <pc:docMk/>
            <pc:sldMk cId="3980927265" sldId="306"/>
            <ac:picMk id="5" creationId="{C0C5E137-D650-7A8C-9FAB-6AF973287460}"/>
          </ac:picMkLst>
        </pc:picChg>
        <pc:picChg chg="add mod">
          <ac:chgData name="Regis Magalhaes" userId="fc3f9ca8-19b2-4bd7-be71-6298b07fdfb6" providerId="ADAL" clId="{D81C1DE0-F15B-4E52-A1E7-F928A95C7028}" dt="2024-11-03T22:13:24.631" v="924" actId="1037"/>
          <ac:picMkLst>
            <pc:docMk/>
            <pc:sldMk cId="3980927265" sldId="306"/>
            <ac:picMk id="7" creationId="{3E4159FB-F0E0-8A45-D1EF-E03AE388AE19}"/>
          </ac:picMkLst>
        </pc:picChg>
      </pc:sldChg>
      <pc:sldChg chg="addSp delSp modSp new mod">
        <pc:chgData name="Regis Magalhaes" userId="fc3f9ca8-19b2-4bd7-be71-6298b07fdfb6" providerId="ADAL" clId="{D81C1DE0-F15B-4E52-A1E7-F928A95C7028}" dt="2024-11-03T22:22:50.288" v="1106"/>
        <pc:sldMkLst>
          <pc:docMk/>
          <pc:sldMk cId="4240037840" sldId="307"/>
        </pc:sldMkLst>
        <pc:spChg chg="mod">
          <ac:chgData name="Regis Magalhaes" userId="fc3f9ca8-19b2-4bd7-be71-6298b07fdfb6" providerId="ADAL" clId="{D81C1DE0-F15B-4E52-A1E7-F928A95C7028}" dt="2024-11-03T22:17:34.058" v="989" actId="1037"/>
          <ac:spMkLst>
            <pc:docMk/>
            <pc:sldMk cId="4240037840" sldId="307"/>
            <ac:spMk id="2" creationId="{5C913C91-9AC5-3C16-90A8-211713CBD8F0}"/>
          </ac:spMkLst>
        </pc:spChg>
        <pc:spChg chg="mod">
          <ac:chgData name="Regis Magalhaes" userId="fc3f9ca8-19b2-4bd7-be71-6298b07fdfb6" providerId="ADAL" clId="{D81C1DE0-F15B-4E52-A1E7-F928A95C7028}" dt="2024-11-03T22:22:50.288" v="1106"/>
          <ac:spMkLst>
            <pc:docMk/>
            <pc:sldMk cId="4240037840" sldId="307"/>
            <ac:spMk id="3" creationId="{CBE5D695-DA27-4A58-CAE6-42F51206C93B}"/>
          </ac:spMkLst>
        </pc:spChg>
        <pc:picChg chg="add del mod">
          <ac:chgData name="Regis Magalhaes" userId="fc3f9ca8-19b2-4bd7-be71-6298b07fdfb6" providerId="ADAL" clId="{D81C1DE0-F15B-4E52-A1E7-F928A95C7028}" dt="2024-11-03T22:14:01.409" v="928" actId="478"/>
          <ac:picMkLst>
            <pc:docMk/>
            <pc:sldMk cId="4240037840" sldId="307"/>
            <ac:picMk id="4" creationId="{E7181A53-983D-39FA-A3D6-F3ADC819434A}"/>
          </ac:picMkLst>
        </pc:picChg>
        <pc:picChg chg="add mod">
          <ac:chgData name="Regis Magalhaes" userId="fc3f9ca8-19b2-4bd7-be71-6298b07fdfb6" providerId="ADAL" clId="{D81C1DE0-F15B-4E52-A1E7-F928A95C7028}" dt="2024-11-03T22:20:06.355" v="1054" actId="1038"/>
          <ac:picMkLst>
            <pc:docMk/>
            <pc:sldMk cId="4240037840" sldId="307"/>
            <ac:picMk id="5122" creationId="{C9293B18-767E-C0AA-A3E8-F5CA1F4B0EC2}"/>
          </ac:picMkLst>
        </pc:picChg>
      </pc:sldChg>
      <pc:sldChg chg="addSp delSp modSp add mod">
        <pc:chgData name="Regis Magalhaes" userId="fc3f9ca8-19b2-4bd7-be71-6298b07fdfb6" providerId="ADAL" clId="{D81C1DE0-F15B-4E52-A1E7-F928A95C7028}" dt="2024-11-03T22:43:01.614" v="1473" actId="478"/>
        <pc:sldMkLst>
          <pc:docMk/>
          <pc:sldMk cId="1332808809" sldId="308"/>
        </pc:sldMkLst>
        <pc:spChg chg="mod">
          <ac:chgData name="Regis Magalhaes" userId="fc3f9ca8-19b2-4bd7-be71-6298b07fdfb6" providerId="ADAL" clId="{D81C1DE0-F15B-4E52-A1E7-F928A95C7028}" dt="2024-11-03T22:42:59.207" v="1472" actId="20577"/>
          <ac:spMkLst>
            <pc:docMk/>
            <pc:sldMk cId="1332808809" sldId="308"/>
            <ac:spMk id="2" creationId="{553684B3-9C27-AFDE-1552-CFA694CCD162}"/>
          </ac:spMkLst>
        </pc:spChg>
        <pc:spChg chg="add mod">
          <ac:chgData name="Regis Magalhaes" userId="fc3f9ca8-19b2-4bd7-be71-6298b07fdfb6" providerId="ADAL" clId="{D81C1DE0-F15B-4E52-A1E7-F928A95C7028}" dt="2024-11-03T22:40:58.721" v="1411" actId="14100"/>
          <ac:spMkLst>
            <pc:docMk/>
            <pc:sldMk cId="1332808809" sldId="308"/>
            <ac:spMk id="3" creationId="{C7E370FA-9F13-B20A-6ADB-08443ACF06C6}"/>
          </ac:spMkLst>
        </pc:spChg>
        <pc:spChg chg="add mod">
          <ac:chgData name="Regis Magalhaes" userId="fc3f9ca8-19b2-4bd7-be71-6298b07fdfb6" providerId="ADAL" clId="{D81C1DE0-F15B-4E52-A1E7-F928A95C7028}" dt="2024-11-03T22:29:07.709" v="1346" actId="1037"/>
          <ac:spMkLst>
            <pc:docMk/>
            <pc:sldMk cId="1332808809" sldId="308"/>
            <ac:spMk id="4" creationId="{E6F81ED6-958A-1741-7E22-A2E773A81EED}"/>
          </ac:spMkLst>
        </pc:spChg>
        <pc:spChg chg="mod">
          <ac:chgData name="Regis Magalhaes" userId="fc3f9ca8-19b2-4bd7-be71-6298b07fdfb6" providerId="ADAL" clId="{D81C1DE0-F15B-4E52-A1E7-F928A95C7028}" dt="2024-11-03T22:41:00.907" v="1412" actId="14100"/>
          <ac:spMkLst>
            <pc:docMk/>
            <pc:sldMk cId="1332808809" sldId="308"/>
            <ac:spMk id="5" creationId="{6D5B5C8B-1A61-A68E-FE99-3D5F573C9FB0}"/>
          </ac:spMkLst>
        </pc:spChg>
        <pc:picChg chg="del">
          <ac:chgData name="Regis Magalhaes" userId="fc3f9ca8-19b2-4bd7-be71-6298b07fdfb6" providerId="ADAL" clId="{D81C1DE0-F15B-4E52-A1E7-F928A95C7028}" dt="2024-11-03T22:43:01.614" v="1473" actId="478"/>
          <ac:picMkLst>
            <pc:docMk/>
            <pc:sldMk cId="1332808809" sldId="308"/>
            <ac:picMk id="6" creationId="{B3A250C0-7C31-EE79-CF46-EA992A49A621}"/>
          </ac:picMkLst>
        </pc:picChg>
      </pc:sldChg>
      <pc:sldChg chg="addSp delSp modSp add mod chgLayout">
        <pc:chgData name="Regis Magalhaes" userId="fc3f9ca8-19b2-4bd7-be71-6298b07fdfb6" providerId="ADAL" clId="{D81C1DE0-F15B-4E52-A1E7-F928A95C7028}" dt="2024-11-03T22:43:26.157" v="1501" actId="1035"/>
        <pc:sldMkLst>
          <pc:docMk/>
          <pc:sldMk cId="2789561425" sldId="309"/>
        </pc:sldMkLst>
        <pc:spChg chg="mod ord">
          <ac:chgData name="Regis Magalhaes" userId="fc3f9ca8-19b2-4bd7-be71-6298b07fdfb6" providerId="ADAL" clId="{D81C1DE0-F15B-4E52-A1E7-F928A95C7028}" dt="2024-11-03T22:43:15.433" v="1495" actId="1036"/>
          <ac:spMkLst>
            <pc:docMk/>
            <pc:sldMk cId="2789561425" sldId="309"/>
            <ac:spMk id="2" creationId="{553684B3-9C27-AFDE-1552-CFA694CCD162}"/>
          </ac:spMkLst>
        </pc:spChg>
        <pc:spChg chg="del">
          <ac:chgData name="Regis Magalhaes" userId="fc3f9ca8-19b2-4bd7-be71-6298b07fdfb6" providerId="ADAL" clId="{D81C1DE0-F15B-4E52-A1E7-F928A95C7028}" dt="2024-11-03T22:41:23.113" v="1416" actId="478"/>
          <ac:spMkLst>
            <pc:docMk/>
            <pc:sldMk cId="2789561425" sldId="309"/>
            <ac:spMk id="3" creationId="{C7E370FA-9F13-B20A-6ADB-08443ACF06C6}"/>
          </ac:spMkLst>
        </pc:spChg>
        <pc:spChg chg="del">
          <ac:chgData name="Regis Magalhaes" userId="fc3f9ca8-19b2-4bd7-be71-6298b07fdfb6" providerId="ADAL" clId="{D81C1DE0-F15B-4E52-A1E7-F928A95C7028}" dt="2024-11-03T22:41:21.303" v="1415" actId="478"/>
          <ac:spMkLst>
            <pc:docMk/>
            <pc:sldMk cId="2789561425" sldId="309"/>
            <ac:spMk id="4" creationId="{E6F81ED6-958A-1741-7E22-A2E773A81EED}"/>
          </ac:spMkLst>
        </pc:spChg>
        <pc:spChg chg="del">
          <ac:chgData name="Regis Magalhaes" userId="fc3f9ca8-19b2-4bd7-be71-6298b07fdfb6" providerId="ADAL" clId="{D81C1DE0-F15B-4E52-A1E7-F928A95C7028}" dt="2024-11-03T22:41:18.279" v="1414" actId="478"/>
          <ac:spMkLst>
            <pc:docMk/>
            <pc:sldMk cId="2789561425" sldId="309"/>
            <ac:spMk id="5" creationId="{6D5B5C8B-1A61-A68E-FE99-3D5F573C9FB0}"/>
          </ac:spMkLst>
        </pc:spChg>
        <pc:spChg chg="add mod ord">
          <ac:chgData name="Regis Magalhaes" userId="fc3f9ca8-19b2-4bd7-be71-6298b07fdfb6" providerId="ADAL" clId="{D81C1DE0-F15B-4E52-A1E7-F928A95C7028}" dt="2024-11-03T22:43:26.157" v="1501" actId="1035"/>
          <ac:spMkLst>
            <pc:docMk/>
            <pc:sldMk cId="2789561425" sldId="309"/>
            <ac:spMk id="7" creationId="{6E8D11C0-E01D-DC90-4CAA-682E5BE051BB}"/>
          </ac:spMkLst>
        </pc:spChg>
        <pc:picChg chg="del">
          <ac:chgData name="Regis Magalhaes" userId="fc3f9ca8-19b2-4bd7-be71-6298b07fdfb6" providerId="ADAL" clId="{D81C1DE0-F15B-4E52-A1E7-F928A95C7028}" dt="2024-11-03T22:42:46.590" v="1456" actId="478"/>
          <ac:picMkLst>
            <pc:docMk/>
            <pc:sldMk cId="2789561425" sldId="309"/>
            <ac:picMk id="6" creationId="{B3A250C0-7C31-EE79-CF46-EA992A49A621}"/>
          </ac:picMkLst>
        </pc:picChg>
      </pc:sldChg>
      <pc:sldChg chg="modSp add mod">
        <pc:chgData name="Regis Magalhaes" userId="fc3f9ca8-19b2-4bd7-be71-6298b07fdfb6" providerId="ADAL" clId="{D81C1DE0-F15B-4E52-A1E7-F928A95C7028}" dt="2024-11-03T22:59:57.449" v="1576" actId="20577"/>
        <pc:sldMkLst>
          <pc:docMk/>
          <pc:sldMk cId="3242885983" sldId="310"/>
        </pc:sldMkLst>
        <pc:spChg chg="mod">
          <ac:chgData name="Regis Magalhaes" userId="fc3f9ca8-19b2-4bd7-be71-6298b07fdfb6" providerId="ADAL" clId="{D81C1DE0-F15B-4E52-A1E7-F928A95C7028}" dt="2024-11-03T22:59:57.449" v="1576" actId="20577"/>
          <ac:spMkLst>
            <pc:docMk/>
            <pc:sldMk cId="3242885983" sldId="310"/>
            <ac:spMk id="2" creationId="{553684B3-9C27-AFDE-1552-CFA694CCD162}"/>
          </ac:spMkLst>
        </pc:spChg>
        <pc:spChg chg="mod">
          <ac:chgData name="Regis Magalhaes" userId="fc3f9ca8-19b2-4bd7-be71-6298b07fdfb6" providerId="ADAL" clId="{D81C1DE0-F15B-4E52-A1E7-F928A95C7028}" dt="2024-11-03T22:44:56.114" v="1539" actId="403"/>
          <ac:spMkLst>
            <pc:docMk/>
            <pc:sldMk cId="3242885983" sldId="310"/>
            <ac:spMk id="7" creationId="{6E8D11C0-E01D-DC90-4CAA-682E5BE051BB}"/>
          </ac:spMkLst>
        </pc:spChg>
      </pc:sldChg>
      <pc:sldChg chg="add del">
        <pc:chgData name="Regis Magalhaes" userId="fc3f9ca8-19b2-4bd7-be71-6298b07fdfb6" providerId="ADAL" clId="{D81C1DE0-F15B-4E52-A1E7-F928A95C7028}" dt="2024-11-28T04:53:09.968" v="2034" actId="47"/>
        <pc:sldMkLst>
          <pc:docMk/>
          <pc:sldMk cId="2765042835" sldId="311"/>
        </pc:sldMkLst>
      </pc:sldChg>
      <pc:sldChg chg="add">
        <pc:chgData name="Regis Magalhaes" userId="fc3f9ca8-19b2-4bd7-be71-6298b07fdfb6" providerId="ADAL" clId="{D81C1DE0-F15B-4E52-A1E7-F928A95C7028}" dt="2024-11-28T04:47:57.282" v="1994"/>
        <pc:sldMkLst>
          <pc:docMk/>
          <pc:sldMk cId="2960168671" sldId="312"/>
        </pc:sldMkLst>
      </pc:sldChg>
      <pc:sldChg chg="new del">
        <pc:chgData name="Regis Magalhaes" userId="fc3f9ca8-19b2-4bd7-be71-6298b07fdfb6" providerId="ADAL" clId="{D81C1DE0-F15B-4E52-A1E7-F928A95C7028}" dt="2024-11-28T04:48:21.730" v="1997" actId="47"/>
        <pc:sldMkLst>
          <pc:docMk/>
          <pc:sldMk cId="3879144776" sldId="313"/>
        </pc:sldMkLst>
      </pc:sldChg>
      <pc:sldChg chg="addSp delSp modSp add del mod">
        <pc:chgData name="Regis Magalhaes" userId="fc3f9ca8-19b2-4bd7-be71-6298b07fdfb6" providerId="ADAL" clId="{D81C1DE0-F15B-4E52-A1E7-F928A95C7028}" dt="2024-11-28T04:53:01.585" v="2032" actId="2696"/>
        <pc:sldMkLst>
          <pc:docMk/>
          <pc:sldMk cId="740273438" sldId="314"/>
        </pc:sldMkLst>
        <pc:spChg chg="mod">
          <ac:chgData name="Regis Magalhaes" userId="fc3f9ca8-19b2-4bd7-be71-6298b07fdfb6" providerId="ADAL" clId="{D81C1DE0-F15B-4E52-A1E7-F928A95C7028}" dt="2024-11-28T04:52:14.693" v="2031" actId="1038"/>
          <ac:spMkLst>
            <pc:docMk/>
            <pc:sldMk cId="740273438" sldId="314"/>
            <ac:spMk id="2" creationId="{A5E9E54E-EBB5-28A8-16DF-893019868868}"/>
          </ac:spMkLst>
        </pc:spChg>
        <pc:spChg chg="add mod">
          <ac:chgData name="Regis Magalhaes" userId="fc3f9ca8-19b2-4bd7-be71-6298b07fdfb6" providerId="ADAL" clId="{D81C1DE0-F15B-4E52-A1E7-F928A95C7028}" dt="2024-11-28T04:51:43.888" v="2014"/>
          <ac:spMkLst>
            <pc:docMk/>
            <pc:sldMk cId="740273438" sldId="314"/>
            <ac:spMk id="5" creationId="{130CCB08-0BA8-9ACD-2C82-C94921FFADA3}"/>
          </ac:spMkLst>
        </pc:spChg>
        <pc:graphicFrameChg chg="add mod modGraphic">
          <ac:chgData name="Regis Magalhaes" userId="fc3f9ca8-19b2-4bd7-be71-6298b07fdfb6" providerId="ADAL" clId="{D81C1DE0-F15B-4E52-A1E7-F928A95C7028}" dt="2024-11-28T04:52:08.983" v="2027" actId="1037"/>
          <ac:graphicFrameMkLst>
            <pc:docMk/>
            <pc:sldMk cId="740273438" sldId="314"/>
            <ac:graphicFrameMk id="3" creationId="{1F56BC8F-44CC-CEBB-99DF-D5DD468B92E9}"/>
          </ac:graphicFrameMkLst>
        </pc:graphicFrameChg>
        <pc:picChg chg="del">
          <ac:chgData name="Regis Magalhaes" userId="fc3f9ca8-19b2-4bd7-be71-6298b07fdfb6" providerId="ADAL" clId="{D81C1DE0-F15B-4E52-A1E7-F928A95C7028}" dt="2024-11-28T04:51:42.312" v="2013" actId="478"/>
          <ac:picMkLst>
            <pc:docMk/>
            <pc:sldMk cId="740273438" sldId="314"/>
            <ac:picMk id="4" creationId="{667C751C-1FD7-DD0F-842D-DBDC0D7B5775}"/>
          </ac:picMkLst>
        </pc:picChg>
      </pc:sldChg>
      <pc:sldChg chg="add ord">
        <pc:chgData name="Regis Magalhaes" userId="fc3f9ca8-19b2-4bd7-be71-6298b07fdfb6" providerId="ADAL" clId="{D81C1DE0-F15B-4E52-A1E7-F928A95C7028}" dt="2024-11-28T04:59:26.917" v="2037" actId="20578"/>
        <pc:sldMkLst>
          <pc:docMk/>
          <pc:sldMk cId="808765488" sldId="314"/>
        </pc:sldMkLst>
      </pc:sldChg>
      <pc:sldChg chg="addSp delSp modSp add mod">
        <pc:chgData name="Regis Magalhaes" userId="fc3f9ca8-19b2-4bd7-be71-6298b07fdfb6" providerId="ADAL" clId="{D81C1DE0-F15B-4E52-A1E7-F928A95C7028}" dt="2024-11-28T04:49:31.905" v="2012" actId="1036"/>
        <pc:sldMkLst>
          <pc:docMk/>
          <pc:sldMk cId="2659899285" sldId="315"/>
        </pc:sldMkLst>
        <pc:spChg chg="add mod">
          <ac:chgData name="Regis Magalhaes" userId="fc3f9ca8-19b2-4bd7-be71-6298b07fdfb6" providerId="ADAL" clId="{D81C1DE0-F15B-4E52-A1E7-F928A95C7028}" dt="2024-11-28T04:49:08.906" v="2000" actId="1076"/>
          <ac:spMkLst>
            <pc:docMk/>
            <pc:sldMk cId="2659899285" sldId="315"/>
            <ac:spMk id="6" creationId="{AEE672DA-A916-4ED5-80CB-8F58F816E210}"/>
          </ac:spMkLst>
        </pc:spChg>
        <pc:graphicFrameChg chg="del">
          <ac:chgData name="Regis Magalhaes" userId="fc3f9ca8-19b2-4bd7-be71-6298b07fdfb6" providerId="ADAL" clId="{D81C1DE0-F15B-4E52-A1E7-F928A95C7028}" dt="2024-11-28T04:48:27.381" v="1998" actId="478"/>
          <ac:graphicFrameMkLst>
            <pc:docMk/>
            <pc:sldMk cId="2659899285" sldId="315"/>
            <ac:graphicFrameMk id="3" creationId="{A55AF2B4-82E2-C491-2CD7-177DCB733700}"/>
          </ac:graphicFrameMkLst>
        </pc:graphicFrameChg>
        <pc:graphicFrameChg chg="add mod modGraphic">
          <ac:chgData name="Regis Magalhaes" userId="fc3f9ca8-19b2-4bd7-be71-6298b07fdfb6" providerId="ADAL" clId="{D81C1DE0-F15B-4E52-A1E7-F928A95C7028}" dt="2024-11-28T04:49:31.905" v="2012" actId="1036"/>
          <ac:graphicFrameMkLst>
            <pc:docMk/>
            <pc:sldMk cId="2659899285" sldId="315"/>
            <ac:graphicFrameMk id="5" creationId="{38802D8F-FB1C-7DA1-483B-5A930FB1762B}"/>
          </ac:graphicFrameMkLst>
        </pc:graphicFrameChg>
      </pc:sldChg>
      <pc:sldChg chg="addSp delSp modSp new mod modClrScheme chgLayout">
        <pc:chgData name="Regis Magalhaes" userId="fc3f9ca8-19b2-4bd7-be71-6298b07fdfb6" providerId="ADAL" clId="{D81C1DE0-F15B-4E52-A1E7-F928A95C7028}" dt="2024-11-28T05:06:46.780" v="2499" actId="20577"/>
        <pc:sldMkLst>
          <pc:docMk/>
          <pc:sldMk cId="491365563" sldId="316"/>
        </pc:sldMkLst>
        <pc:spChg chg="del mod ord">
          <ac:chgData name="Regis Magalhaes" userId="fc3f9ca8-19b2-4bd7-be71-6298b07fdfb6" providerId="ADAL" clId="{D81C1DE0-F15B-4E52-A1E7-F928A95C7028}" dt="2024-11-28T04:59:37.700" v="2039" actId="700"/>
          <ac:spMkLst>
            <pc:docMk/>
            <pc:sldMk cId="491365563" sldId="316"/>
            <ac:spMk id="2" creationId="{09CD6376-26C0-A3C3-419E-511D7074E9B7}"/>
          </ac:spMkLst>
        </pc:spChg>
        <pc:spChg chg="add mod ord">
          <ac:chgData name="Regis Magalhaes" userId="fc3f9ca8-19b2-4bd7-be71-6298b07fdfb6" providerId="ADAL" clId="{D81C1DE0-F15B-4E52-A1E7-F928A95C7028}" dt="2024-11-28T04:59:41.622" v="2048" actId="20577"/>
          <ac:spMkLst>
            <pc:docMk/>
            <pc:sldMk cId="491365563" sldId="316"/>
            <ac:spMk id="3" creationId="{AB756941-2BF3-27CB-961C-D8BB1C1F73C3}"/>
          </ac:spMkLst>
        </pc:spChg>
        <pc:spChg chg="add mod ord">
          <ac:chgData name="Regis Magalhaes" userId="fc3f9ca8-19b2-4bd7-be71-6298b07fdfb6" providerId="ADAL" clId="{D81C1DE0-F15B-4E52-A1E7-F928A95C7028}" dt="2024-11-28T05:06:46.780" v="2499" actId="20577"/>
          <ac:spMkLst>
            <pc:docMk/>
            <pc:sldMk cId="491365563" sldId="316"/>
            <ac:spMk id="4" creationId="{9450A3C3-D471-4716-94FD-02F3280E891C}"/>
          </ac:spMkLst>
        </pc:spChg>
      </pc:sldChg>
      <pc:sldChg chg="addSp delSp modSp new mod modClrScheme chgLayout">
        <pc:chgData name="Regis Magalhaes" userId="fc3f9ca8-19b2-4bd7-be71-6298b07fdfb6" providerId="ADAL" clId="{D81C1DE0-F15B-4E52-A1E7-F928A95C7028}" dt="2024-12-01T14:31:19.953" v="2566" actId="368"/>
        <pc:sldMkLst>
          <pc:docMk/>
          <pc:sldMk cId="634003290" sldId="317"/>
        </pc:sldMkLst>
        <pc:spChg chg="mod ord">
          <ac:chgData name="Regis Magalhaes" userId="fc3f9ca8-19b2-4bd7-be71-6298b07fdfb6" providerId="ADAL" clId="{D81C1DE0-F15B-4E52-A1E7-F928A95C7028}" dt="2024-12-01T14:30:26.730" v="2555" actId="1038"/>
          <ac:spMkLst>
            <pc:docMk/>
            <pc:sldMk cId="634003290" sldId="317"/>
            <ac:spMk id="2" creationId="{5E8A510A-8B4A-A9AC-5C49-043551F83074}"/>
          </ac:spMkLst>
        </pc:spChg>
        <pc:spChg chg="del">
          <ac:chgData name="Regis Magalhaes" userId="fc3f9ca8-19b2-4bd7-be71-6298b07fdfb6" providerId="ADAL" clId="{D81C1DE0-F15B-4E52-A1E7-F928A95C7028}" dt="2024-12-01T14:28:30.424" v="2530" actId="700"/>
          <ac:spMkLst>
            <pc:docMk/>
            <pc:sldMk cId="634003290" sldId="317"/>
            <ac:spMk id="3" creationId="{75533BCC-B694-9493-621A-AE95FA1C305F}"/>
          </ac:spMkLst>
        </pc:spChg>
        <pc:spChg chg="add del mod">
          <ac:chgData name="Regis Magalhaes" userId="fc3f9ca8-19b2-4bd7-be71-6298b07fdfb6" providerId="ADAL" clId="{D81C1DE0-F15B-4E52-A1E7-F928A95C7028}" dt="2024-12-01T14:28:55.922" v="2533" actId="478"/>
          <ac:spMkLst>
            <pc:docMk/>
            <pc:sldMk cId="634003290" sldId="317"/>
            <ac:spMk id="5" creationId="{9A66C4DC-15D3-8525-FD9B-B7092E4C1571}"/>
          </ac:spMkLst>
        </pc:spChg>
        <pc:graphicFrameChg chg="add mod modGraphic">
          <ac:chgData name="Regis Magalhaes" userId="fc3f9ca8-19b2-4bd7-be71-6298b07fdfb6" providerId="ADAL" clId="{D81C1DE0-F15B-4E52-A1E7-F928A95C7028}" dt="2024-12-01T14:31:19.953" v="2566" actId="368"/>
          <ac:graphicFrameMkLst>
            <pc:docMk/>
            <pc:sldMk cId="634003290" sldId="317"/>
            <ac:graphicFrameMk id="4" creationId="{0D4CFB1D-3A37-043D-49ED-DCCB796ED399}"/>
          </ac:graphicFrameMkLst>
        </pc:graphicFrameChg>
      </pc:sldChg>
    </pc:docChg>
  </pc:docChgLst>
  <pc:docChgLst>
    <pc:chgData name="Regis Magalhaes" userId="fc3f9ca8-19b2-4bd7-be71-6298b07fdfb6" providerId="ADAL" clId="{8A9B6EA8-8DFA-4B5E-812A-56B29DF56FFA}"/>
    <pc:docChg chg="addSld delSld modSld">
      <pc:chgData name="Regis Magalhaes" userId="fc3f9ca8-19b2-4bd7-be71-6298b07fdfb6" providerId="ADAL" clId="{8A9B6EA8-8DFA-4B5E-812A-56B29DF56FFA}" dt="2024-12-10T03:47:47.061" v="24" actId="20577"/>
      <pc:docMkLst>
        <pc:docMk/>
      </pc:docMkLst>
      <pc:sldChg chg="del">
        <pc:chgData name="Regis Magalhaes" userId="fc3f9ca8-19b2-4bd7-be71-6298b07fdfb6" providerId="ADAL" clId="{8A9B6EA8-8DFA-4B5E-812A-56B29DF56FFA}" dt="2024-12-10T03:45:45.934" v="13" actId="47"/>
        <pc:sldMkLst>
          <pc:docMk/>
          <pc:sldMk cId="843854039" sldId="296"/>
        </pc:sldMkLst>
      </pc:sldChg>
      <pc:sldChg chg="del">
        <pc:chgData name="Regis Magalhaes" userId="fc3f9ca8-19b2-4bd7-be71-6298b07fdfb6" providerId="ADAL" clId="{8A9B6EA8-8DFA-4B5E-812A-56B29DF56FFA}" dt="2024-12-10T03:46:03.055" v="15" actId="47"/>
        <pc:sldMkLst>
          <pc:docMk/>
          <pc:sldMk cId="2643046016" sldId="297"/>
        </pc:sldMkLst>
      </pc:sldChg>
      <pc:sldChg chg="del">
        <pc:chgData name="Regis Magalhaes" userId="fc3f9ca8-19b2-4bd7-be71-6298b07fdfb6" providerId="ADAL" clId="{8A9B6EA8-8DFA-4B5E-812A-56B29DF56FFA}" dt="2024-12-10T03:46:17.260" v="17" actId="47"/>
        <pc:sldMkLst>
          <pc:docMk/>
          <pc:sldMk cId="414922300" sldId="298"/>
        </pc:sldMkLst>
      </pc:sldChg>
      <pc:sldChg chg="del">
        <pc:chgData name="Regis Magalhaes" userId="fc3f9ca8-19b2-4bd7-be71-6298b07fdfb6" providerId="ADAL" clId="{8A9B6EA8-8DFA-4B5E-812A-56B29DF56FFA}" dt="2024-12-10T03:46:40.260" v="19" actId="47"/>
        <pc:sldMkLst>
          <pc:docMk/>
          <pc:sldMk cId="711037387" sldId="299"/>
        </pc:sldMkLst>
      </pc:sldChg>
      <pc:sldChg chg="del">
        <pc:chgData name="Regis Magalhaes" userId="fc3f9ca8-19b2-4bd7-be71-6298b07fdfb6" providerId="ADAL" clId="{8A9B6EA8-8DFA-4B5E-812A-56B29DF56FFA}" dt="2024-12-10T03:43:19.558" v="6" actId="47"/>
        <pc:sldMkLst>
          <pc:docMk/>
          <pc:sldMk cId="768116375" sldId="300"/>
        </pc:sldMkLst>
      </pc:sldChg>
      <pc:sldChg chg="del">
        <pc:chgData name="Regis Magalhaes" userId="fc3f9ca8-19b2-4bd7-be71-6298b07fdfb6" providerId="ADAL" clId="{8A9B6EA8-8DFA-4B5E-812A-56B29DF56FFA}" dt="2024-12-10T03:44:07.643" v="10" actId="47"/>
        <pc:sldMkLst>
          <pc:docMk/>
          <pc:sldMk cId="3652283670" sldId="301"/>
        </pc:sldMkLst>
      </pc:sldChg>
      <pc:sldChg chg="modSp mod">
        <pc:chgData name="Regis Magalhaes" userId="fc3f9ca8-19b2-4bd7-be71-6298b07fdfb6" providerId="ADAL" clId="{8A9B6EA8-8DFA-4B5E-812A-56B29DF56FFA}" dt="2024-12-10T03:47:47.061" v="24" actId="20577"/>
        <pc:sldMkLst>
          <pc:docMk/>
          <pc:sldMk cId="1044300649" sldId="302"/>
        </pc:sldMkLst>
        <pc:spChg chg="mod">
          <ac:chgData name="Regis Magalhaes" userId="fc3f9ca8-19b2-4bd7-be71-6298b07fdfb6" providerId="ADAL" clId="{8A9B6EA8-8DFA-4B5E-812A-56B29DF56FFA}" dt="2024-12-10T03:47:47.061" v="24" actId="20577"/>
          <ac:spMkLst>
            <pc:docMk/>
            <pc:sldMk cId="1044300649" sldId="302"/>
            <ac:spMk id="2" creationId="{553684B3-9C27-AFDE-1552-CFA694CCD162}"/>
          </ac:spMkLst>
        </pc:spChg>
      </pc:sldChg>
      <pc:sldChg chg="del">
        <pc:chgData name="Regis Magalhaes" userId="fc3f9ca8-19b2-4bd7-be71-6298b07fdfb6" providerId="ADAL" clId="{8A9B6EA8-8DFA-4B5E-812A-56B29DF56FFA}" dt="2024-12-10T03:41:40.757" v="4" actId="47"/>
        <pc:sldMkLst>
          <pc:docMk/>
          <pc:sldMk cId="4240037840" sldId="307"/>
        </pc:sldMkLst>
      </pc:sldChg>
      <pc:sldChg chg="del">
        <pc:chgData name="Regis Magalhaes" userId="fc3f9ca8-19b2-4bd7-be71-6298b07fdfb6" providerId="ADAL" clId="{8A9B6EA8-8DFA-4B5E-812A-56B29DF56FFA}" dt="2024-12-10T03:41:11.223" v="1" actId="47"/>
        <pc:sldMkLst>
          <pc:docMk/>
          <pc:sldMk cId="2789561425" sldId="309"/>
        </pc:sldMkLst>
      </pc:sldChg>
      <pc:sldChg chg="del">
        <pc:chgData name="Regis Magalhaes" userId="fc3f9ca8-19b2-4bd7-be71-6298b07fdfb6" providerId="ADAL" clId="{8A9B6EA8-8DFA-4B5E-812A-56B29DF56FFA}" dt="2024-12-10T03:41:13.892" v="2" actId="47"/>
        <pc:sldMkLst>
          <pc:docMk/>
          <pc:sldMk cId="3242885983" sldId="310"/>
        </pc:sldMkLst>
      </pc:sldChg>
      <pc:sldChg chg="add">
        <pc:chgData name="Regis Magalhaes" userId="fc3f9ca8-19b2-4bd7-be71-6298b07fdfb6" providerId="ADAL" clId="{8A9B6EA8-8DFA-4B5E-812A-56B29DF56FFA}" dt="2024-12-10T03:41:06.210" v="0"/>
        <pc:sldMkLst>
          <pc:docMk/>
          <pc:sldMk cId="951552059" sldId="318"/>
        </pc:sldMkLst>
      </pc:sldChg>
      <pc:sldChg chg="add">
        <pc:chgData name="Regis Magalhaes" userId="fc3f9ca8-19b2-4bd7-be71-6298b07fdfb6" providerId="ADAL" clId="{8A9B6EA8-8DFA-4B5E-812A-56B29DF56FFA}" dt="2024-12-10T03:41:06.210" v="0"/>
        <pc:sldMkLst>
          <pc:docMk/>
          <pc:sldMk cId="2468817327" sldId="319"/>
        </pc:sldMkLst>
      </pc:sldChg>
      <pc:sldChg chg="add">
        <pc:chgData name="Regis Magalhaes" userId="fc3f9ca8-19b2-4bd7-be71-6298b07fdfb6" providerId="ADAL" clId="{8A9B6EA8-8DFA-4B5E-812A-56B29DF56FFA}" dt="2024-12-10T03:41:33.489" v="3"/>
        <pc:sldMkLst>
          <pc:docMk/>
          <pc:sldMk cId="842330327" sldId="320"/>
        </pc:sldMkLst>
      </pc:sldChg>
      <pc:sldChg chg="add">
        <pc:chgData name="Regis Magalhaes" userId="fc3f9ca8-19b2-4bd7-be71-6298b07fdfb6" providerId="ADAL" clId="{8A9B6EA8-8DFA-4B5E-812A-56B29DF56FFA}" dt="2024-12-10T03:43:02.509" v="5"/>
        <pc:sldMkLst>
          <pc:docMk/>
          <pc:sldMk cId="3576977222" sldId="321"/>
        </pc:sldMkLst>
      </pc:sldChg>
      <pc:sldChg chg="add del">
        <pc:chgData name="Regis Magalhaes" userId="fc3f9ca8-19b2-4bd7-be71-6298b07fdfb6" providerId="ADAL" clId="{8A9B6EA8-8DFA-4B5E-812A-56B29DF56FFA}" dt="2024-12-10T03:43:55.166" v="8" actId="2696"/>
        <pc:sldMkLst>
          <pc:docMk/>
          <pc:sldMk cId="411948031" sldId="322"/>
        </pc:sldMkLst>
      </pc:sldChg>
      <pc:sldChg chg="add">
        <pc:chgData name="Regis Magalhaes" userId="fc3f9ca8-19b2-4bd7-be71-6298b07fdfb6" providerId="ADAL" clId="{8A9B6EA8-8DFA-4B5E-812A-56B29DF56FFA}" dt="2024-12-10T03:44:00.436" v="9"/>
        <pc:sldMkLst>
          <pc:docMk/>
          <pc:sldMk cId="3300230044" sldId="322"/>
        </pc:sldMkLst>
      </pc:sldChg>
      <pc:sldChg chg="add">
        <pc:chgData name="Regis Magalhaes" userId="fc3f9ca8-19b2-4bd7-be71-6298b07fdfb6" providerId="ADAL" clId="{8A9B6EA8-8DFA-4B5E-812A-56B29DF56FFA}" dt="2024-12-10T03:45:07.988" v="11"/>
        <pc:sldMkLst>
          <pc:docMk/>
          <pc:sldMk cId="1200704443" sldId="349"/>
        </pc:sldMkLst>
      </pc:sldChg>
      <pc:sldChg chg="add">
        <pc:chgData name="Regis Magalhaes" userId="fc3f9ca8-19b2-4bd7-be71-6298b07fdfb6" providerId="ADAL" clId="{8A9B6EA8-8DFA-4B5E-812A-56B29DF56FFA}" dt="2024-12-10T03:45:42.634" v="12"/>
        <pc:sldMkLst>
          <pc:docMk/>
          <pc:sldMk cId="1852332034" sldId="350"/>
        </pc:sldMkLst>
      </pc:sldChg>
      <pc:sldChg chg="add">
        <pc:chgData name="Regis Magalhaes" userId="fc3f9ca8-19b2-4bd7-be71-6298b07fdfb6" providerId="ADAL" clId="{8A9B6EA8-8DFA-4B5E-812A-56B29DF56FFA}" dt="2024-12-10T03:45:59.264" v="14"/>
        <pc:sldMkLst>
          <pc:docMk/>
          <pc:sldMk cId="3311047189" sldId="351"/>
        </pc:sldMkLst>
      </pc:sldChg>
      <pc:sldChg chg="add">
        <pc:chgData name="Regis Magalhaes" userId="fc3f9ca8-19b2-4bd7-be71-6298b07fdfb6" providerId="ADAL" clId="{8A9B6EA8-8DFA-4B5E-812A-56B29DF56FFA}" dt="2024-12-10T03:46:12.436" v="16"/>
        <pc:sldMkLst>
          <pc:docMk/>
          <pc:sldMk cId="1591979577" sldId="352"/>
        </pc:sldMkLst>
      </pc:sldChg>
      <pc:sldChg chg="add">
        <pc:chgData name="Regis Magalhaes" userId="fc3f9ca8-19b2-4bd7-be71-6298b07fdfb6" providerId="ADAL" clId="{8A9B6EA8-8DFA-4B5E-812A-56B29DF56FFA}" dt="2024-12-10T03:46:32.191" v="18"/>
        <pc:sldMkLst>
          <pc:docMk/>
          <pc:sldMk cId="1684096491" sldId="353"/>
        </pc:sldMkLst>
      </pc:sldChg>
      <pc:sldChg chg="add del">
        <pc:chgData name="Regis Magalhaes" userId="fc3f9ca8-19b2-4bd7-be71-6298b07fdfb6" providerId="ADAL" clId="{8A9B6EA8-8DFA-4B5E-812A-56B29DF56FFA}" dt="2024-12-10T03:47:34.150" v="21" actId="2696"/>
        <pc:sldMkLst>
          <pc:docMk/>
          <pc:sldMk cId="165196987" sldId="354"/>
        </pc:sldMkLst>
      </pc:sldChg>
      <pc:sldChg chg="add">
        <pc:chgData name="Regis Magalhaes" userId="fc3f9ca8-19b2-4bd7-be71-6298b07fdfb6" providerId="ADAL" clId="{8A9B6EA8-8DFA-4B5E-812A-56B29DF56FFA}" dt="2024-12-10T03:47:36.430" v="22"/>
        <pc:sldMkLst>
          <pc:docMk/>
          <pc:sldMk cId="1556008937" sldId="3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03300" y="738188"/>
            <a:ext cx="4845050" cy="364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4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613275"/>
            <a:ext cx="5481638" cy="4368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79850" y="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922655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3879850" y="9226550"/>
            <a:ext cx="2973388" cy="4841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DejaVu Sans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fld id="{F66FD9C6-3C6C-418B-B5BF-3A7E75178E91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118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cs typeface="Lucida Sans Unicode" pitchFamily="34" charset="0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1874C7B7-EDE7-4DAB-B293-1D4963516FA0}" type="slidenum">
              <a:rPr lang="pt-BR" sz="1400" smtClean="0">
                <a:solidFill>
                  <a:srgbClr val="000000"/>
                </a:solidFill>
                <a:latin typeface="DejaVu Sans" pitchFamily="34" charset="0"/>
              </a:rPr>
              <a:pPr eaLnBrk="1" hangingPunct="1">
                <a:buFont typeface="Times New Roman" pitchFamily="18" charset="0"/>
                <a:buNone/>
              </a:pPr>
              <a:t>1</a:t>
            </a:fld>
            <a:endParaRPr lang="pt-BR" sz="1400">
              <a:solidFill>
                <a:srgbClr val="000000"/>
              </a:solidFill>
              <a:latin typeface="DejaVu Sans" pitchFamily="34" charset="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2141538" y="738188"/>
            <a:ext cx="2570162" cy="364172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613275"/>
            <a:ext cx="5483225" cy="4370388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5" name="Retângulo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6" name="Retângulo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7" name="Retângulo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0" name="Retângulo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11" name="Retângulo de cantos arredondados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12" name="Retângulo de cantos arredondados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3" name="Retângulo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4" name="Retângulo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5" name="Retângulo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6" name="Retângulo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8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22CBFCA-9F5F-4501-A030-3A5BD8EB00C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4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066800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27176"/>
            <a:ext cx="8229600" cy="43243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AE215-891F-4E87-8787-E03AF180FB9F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77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DED2B-6322-4D65-A5DF-98095B29288D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06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DD93D-F13B-4E52-BD6D-384819C10ED6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47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4102FBA-1590-4BCE-B7E9-96AAD0209410}" type="slidenum">
              <a:rPr lang="pt-BR"/>
              <a:pPr>
                <a:defRPr/>
              </a:pPr>
              <a:t>‹#›</a:t>
            </a:fld>
            <a:endParaRPr lang="pt-BR"/>
          </a:p>
        </p:txBody>
      </p:sp>
      <p:sp>
        <p:nvSpPr>
          <p:cNvPr id="9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86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E26DC-C57D-4B91-9529-431D57B06AF4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77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5E4D4-45EC-4CFE-BA0B-C2119A9CA17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4AF4A-7D5E-4E4D-8248-66997435BA2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6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B77EF-0B96-453E-A645-B37DB84DC34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62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F1418-BD62-43C3-AC6A-BFD9FE78DE39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73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2F885-6C02-40B4-A807-2EF6AFBB225C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73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29" name="Retângulo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0" name="Retângulo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6" name="Retângulo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7" name="Retângulo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US"/>
          </a:p>
        </p:txBody>
      </p:sp>
      <p:sp>
        <p:nvSpPr>
          <p:cNvPr id="1039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40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800">
                <a:solidFill>
                  <a:schemeClr val="accent2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800">
                <a:solidFill>
                  <a:schemeClr val="accent2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lnSpc>
                <a:spcPct val="80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kumimoji="0" sz="1800">
                <a:solidFill>
                  <a:srgbClr val="FFFFFF"/>
                </a:solidFill>
                <a:latin typeface="Times New Roman" pitchFamily="16" charset="0"/>
                <a:ea typeface="+mn-ea"/>
                <a:cs typeface="Lucida Sans Unicode" pitchFamily="32" charset="0"/>
              </a:defRPr>
            </a:lvl1pPr>
          </a:lstStyle>
          <a:p>
            <a:pPr>
              <a:defRPr/>
            </a:pPr>
            <a:fld id="{2FBD02FE-04B0-47BD-B00E-9BC12D04DDAA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5" r:id="rId2"/>
    <p:sldLayoutId id="2147483896" r:id="rId3"/>
    <p:sldLayoutId id="2147483897" r:id="rId4"/>
    <p:sldLayoutId id="2147483904" r:id="rId5"/>
    <p:sldLayoutId id="2147483905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astral.sh/uv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stapi/fastapi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items/1?q=monitor" TargetMode="External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localhost:8000/redoc" TargetMode="External"/><Relationship Id="rId4" Type="http://schemas.openxmlformats.org/officeDocument/2006/relationships/hyperlink" Target="http://localhost:8000/doc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uvicorn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astral.sh/ruff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tutorial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ctrTitle"/>
          </p:nvPr>
        </p:nvSpPr>
        <p:spPr>
          <a:xfrm>
            <a:off x="323528" y="692696"/>
            <a:ext cx="8458200" cy="2808312"/>
          </a:xfrm>
        </p:spPr>
        <p:txBody>
          <a:bodyPr lIns="90000" tIns="85608" rIns="90000" bIns="46800"/>
          <a:lstStyle/>
          <a:p>
            <a:pPr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pt-BR" sz="4800"/>
              <a:t>Desenvolvimento de Software para Persistência</a:t>
            </a:r>
            <a:br>
              <a:rPr lang="pt-BR" sz="4800"/>
            </a:br>
            <a:br>
              <a:rPr lang="pt-BR"/>
            </a:br>
            <a:r>
              <a:rPr lang="pt-BR" sz="4000" err="1"/>
              <a:t>FastAPI</a:t>
            </a:r>
            <a:endParaRPr lang="pt-BR" sz="400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85192" y="5700138"/>
            <a:ext cx="7211144" cy="1041230"/>
          </a:xfrm>
        </p:spPr>
        <p:txBody>
          <a:bodyPr lIns="90000" tIns="78552" rIns="90000" bIns="46800">
            <a:normAutofit/>
          </a:bodyPr>
          <a:lstStyle/>
          <a:p>
            <a:pPr marL="0" indent="0" eaLnBrk="1" fontAlgn="auto" hangingPunct="1">
              <a:spcBef>
                <a:spcPts val="700"/>
              </a:spcBef>
              <a:spcAft>
                <a:spcPts val="300"/>
              </a:spcAft>
              <a:buClr>
                <a:schemeClr val="accent3"/>
              </a:buClr>
              <a:buFont typeface="Georgia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/>
            </a:pPr>
            <a:r>
              <a:rPr lang="en-GB" err="1"/>
              <a:t>Prof.</a:t>
            </a:r>
            <a:r>
              <a:rPr lang="en-GB"/>
              <a:t> Regis </a:t>
            </a:r>
            <a:r>
              <a:rPr lang="en-GB" err="1"/>
              <a:t>Pires</a:t>
            </a:r>
            <a:r>
              <a:rPr lang="en-GB"/>
              <a:t> </a:t>
            </a:r>
            <a:r>
              <a:rPr lang="en-GB" err="1"/>
              <a:t>Magalhães</a:t>
            </a:r>
            <a:endParaRPr lang="en-GB"/>
          </a:p>
          <a:p>
            <a:pPr marL="0" indent="0" eaLnBrk="1" fontAlgn="auto" hangingPunct="1">
              <a:spcBef>
                <a:spcPts val="450"/>
              </a:spcBef>
              <a:spcAft>
                <a:spcPts val="200"/>
              </a:spcAft>
              <a:buClr>
                <a:schemeClr val="accent3"/>
              </a:buClr>
              <a:buFont typeface="Georgia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/>
            </a:pPr>
            <a:r>
              <a:rPr lang="en-GB" err="1"/>
              <a:t>regismagalhaes@ufc.br</a:t>
            </a:r>
            <a:endParaRPr lang="en-GB"/>
          </a:p>
        </p:txBody>
      </p:sp>
      <p:pic>
        <p:nvPicPr>
          <p:cNvPr id="4" name="Picture 2" descr="http://guiadoestudante.abril.com.br/blogs/atualidades-vestibular/files/2013/06/BrasaoUFC_wikimediacommon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56376" y="5085184"/>
            <a:ext cx="957983" cy="157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astAPI">
            <a:extLst>
              <a:ext uri="{FF2B5EF4-FFF2-40B4-BE49-F238E27FC236}">
                <a16:creationId xmlns:a16="http://schemas.microsoft.com/office/drawing/2014/main" id="{EBE42D92-5649-8AAD-5E9F-B6911713C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8151" r="10625" b="28151"/>
          <a:stretch/>
        </p:blipFill>
        <p:spPr bwMode="auto">
          <a:xfrm>
            <a:off x="251520" y="4128235"/>
            <a:ext cx="4096952" cy="81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C438532-AD38-0950-92E6-AA98ADF4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Python - versões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7F83CF-ECA1-DF75-8806-576686164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3.10 – 04/out/2021</a:t>
            </a:r>
          </a:p>
          <a:p>
            <a:r>
              <a:rPr lang="pt-BR"/>
              <a:t>3.11 – 24/out/2022</a:t>
            </a:r>
          </a:p>
          <a:p>
            <a:r>
              <a:rPr lang="pt-BR">
                <a:solidFill>
                  <a:srgbClr val="C00000"/>
                </a:solidFill>
              </a:rPr>
              <a:t>3.12 – 02/out/2023</a:t>
            </a:r>
          </a:p>
          <a:p>
            <a:r>
              <a:rPr lang="pt-BR"/>
              <a:t>3.13 – 07/out/2024</a:t>
            </a:r>
          </a:p>
        </p:txBody>
      </p:sp>
    </p:spTree>
    <p:extLst>
      <p:ext uri="{BB962C8B-B14F-4D97-AF65-F5344CB8AC3E}">
        <p14:creationId xmlns:p14="http://schemas.microsoft.com/office/powerpoint/2010/main" val="185233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7B50C-3890-9D53-782C-B79B0EAF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Gerenciadores de pacotes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B7B9A4-6B36-0A06-8C3D-8841B072B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err="1"/>
              <a:t>pip</a:t>
            </a:r>
            <a:endParaRPr lang="pt-BR"/>
          </a:p>
          <a:p>
            <a:r>
              <a:rPr lang="pt-BR"/>
              <a:t>conda</a:t>
            </a:r>
          </a:p>
          <a:p>
            <a:r>
              <a:rPr lang="pt-BR" err="1"/>
              <a:t>poetry</a:t>
            </a:r>
            <a:endParaRPr lang="pt-BR"/>
          </a:p>
          <a:p>
            <a:r>
              <a:rPr lang="pt-BR" err="1">
                <a:solidFill>
                  <a:srgbClr val="C00000"/>
                </a:solidFill>
              </a:rPr>
              <a:t>uv</a:t>
            </a:r>
            <a:r>
              <a:rPr lang="pt-BR"/>
              <a:t> </a:t>
            </a:r>
            <a:r>
              <a:rPr lang="pt-BR" sz="2000"/>
              <a:t>- </a:t>
            </a:r>
            <a:r>
              <a:rPr lang="pt-BR" sz="2000">
                <a:hlinkClick r:id="rId2"/>
              </a:rPr>
              <a:t>https://docs.astral.sh/uv/</a:t>
            </a:r>
            <a:r>
              <a:rPr lang="pt-BR" sz="2000"/>
              <a:t> </a:t>
            </a:r>
            <a:endParaRPr lang="pt-BR"/>
          </a:p>
          <a:p>
            <a:pPr lvl="1"/>
            <a:r>
              <a:rPr lang="pt-BR" sz="2400"/>
              <a:t>gerenciador de pacotes extremamente rápido e gerenciador de projetos, escrito em </a:t>
            </a:r>
            <a:r>
              <a:rPr lang="pt-BR" sz="2400" err="1"/>
              <a:t>Rust</a:t>
            </a:r>
            <a:r>
              <a:rPr lang="pt-BR" sz="2400"/>
              <a:t>.</a:t>
            </a:r>
          </a:p>
          <a:p>
            <a:pPr lvl="1"/>
            <a:r>
              <a:rPr lang="pt-BR" sz="2400"/>
              <a:t>10-100x mais rápido que o </a:t>
            </a:r>
            <a:r>
              <a:rPr lang="pt-BR" sz="2400" err="1"/>
              <a:t>pip</a:t>
            </a:r>
            <a:r>
              <a:rPr lang="pt-BR" sz="2400"/>
              <a:t>.</a:t>
            </a:r>
          </a:p>
          <a:p>
            <a:pPr lvl="1"/>
            <a:r>
              <a:rPr lang="pt-BR" sz="2400"/>
              <a:t>Substitui </a:t>
            </a:r>
            <a:r>
              <a:rPr lang="pt-BR" sz="2400" err="1"/>
              <a:t>pip</a:t>
            </a:r>
            <a:r>
              <a:rPr lang="pt-BR" sz="2400"/>
              <a:t>, </a:t>
            </a:r>
            <a:r>
              <a:rPr lang="pt-BR" sz="2400" err="1"/>
              <a:t>pip</a:t>
            </a:r>
            <a:r>
              <a:rPr lang="pt-BR" sz="2400"/>
              <a:t>-tools, </a:t>
            </a:r>
            <a:r>
              <a:rPr lang="pt-BR" sz="2400" err="1"/>
              <a:t>pipx</a:t>
            </a:r>
            <a:r>
              <a:rPr lang="pt-BR" sz="2400"/>
              <a:t>, </a:t>
            </a:r>
            <a:r>
              <a:rPr lang="pt-BR" sz="2400" err="1"/>
              <a:t>poetry</a:t>
            </a:r>
            <a:r>
              <a:rPr lang="pt-BR" sz="2400"/>
              <a:t>, </a:t>
            </a:r>
            <a:r>
              <a:rPr lang="pt-BR" sz="2400" err="1"/>
              <a:t>pyenv</a:t>
            </a:r>
            <a:r>
              <a:rPr lang="pt-BR" sz="2400"/>
              <a:t>, </a:t>
            </a:r>
            <a:r>
              <a:rPr lang="pt-BR" sz="2400" err="1"/>
              <a:t>twine</a:t>
            </a:r>
            <a:r>
              <a:rPr lang="pt-BR" sz="2400"/>
              <a:t>, </a:t>
            </a:r>
            <a:r>
              <a:rPr lang="pt-BR" sz="2400" err="1"/>
              <a:t>virtualenv</a:t>
            </a:r>
            <a:r>
              <a:rPr lang="pt-BR" sz="2400"/>
              <a:t>, etc.</a:t>
            </a:r>
          </a:p>
          <a:p>
            <a:pPr lvl="1"/>
            <a:r>
              <a:rPr lang="pt-BR" sz="2400"/>
              <a:t>Instalação Linux / Mac:</a:t>
            </a:r>
          </a:p>
          <a:p>
            <a:pPr lvl="2"/>
            <a:r>
              <a:rPr lang="en-US" sz="2000"/>
              <a:t>curl -</a:t>
            </a:r>
            <a:r>
              <a:rPr lang="en-US" sz="2000" err="1"/>
              <a:t>LsSf</a:t>
            </a:r>
            <a:r>
              <a:rPr lang="en-US" sz="2000"/>
              <a:t> https://astral.sh/uv/install.sh | </a:t>
            </a:r>
            <a:r>
              <a:rPr lang="en-US" sz="2000" err="1"/>
              <a:t>sh</a:t>
            </a:r>
            <a:endParaRPr lang="pt-BR" sz="2000"/>
          </a:p>
          <a:p>
            <a:endParaRPr lang="pt-BR" sz="24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1112C0-0CEA-5610-DE2C-91CEFF6EE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687488"/>
            <a:ext cx="4564776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47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DFA55-13AD-784A-1BD4-93ACC510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FastAPI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CD1E96-FF77-7BED-4EBD-AB6B22B9A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Site: </a:t>
            </a:r>
            <a:r>
              <a:rPr lang="pt-BR">
                <a:hlinkClick r:id="rId2"/>
              </a:rPr>
              <a:t>https://fastapi.tiangolo.com/</a:t>
            </a:r>
            <a:r>
              <a:rPr lang="pt-BR"/>
              <a:t> </a:t>
            </a:r>
          </a:p>
          <a:p>
            <a:r>
              <a:rPr lang="pt-BR" err="1"/>
              <a:t>Github</a:t>
            </a:r>
            <a:r>
              <a:rPr lang="pt-BR"/>
              <a:t>: </a:t>
            </a:r>
            <a:r>
              <a:rPr lang="pt-BR">
                <a:hlinkClick r:id="rId3"/>
              </a:rPr>
              <a:t>https://github.com/fastapi/fastapi</a:t>
            </a:r>
            <a:r>
              <a:rPr lang="pt-BR"/>
              <a:t> </a:t>
            </a:r>
          </a:p>
          <a:p>
            <a:endParaRPr lang="pt-BR"/>
          </a:p>
          <a:p>
            <a:pPr marL="109537" indent="0">
              <a:buNone/>
            </a:pPr>
            <a:r>
              <a:rPr lang="pt-BR"/>
              <a:t>Requisitos:</a:t>
            </a:r>
          </a:p>
          <a:p>
            <a:r>
              <a:rPr lang="pt-BR" err="1">
                <a:solidFill>
                  <a:srgbClr val="C00000"/>
                </a:solidFill>
              </a:rPr>
              <a:t>Starlette</a:t>
            </a:r>
            <a:r>
              <a:rPr lang="pt-BR"/>
              <a:t> – framework web leve.</a:t>
            </a:r>
          </a:p>
          <a:p>
            <a:r>
              <a:rPr lang="pt-BR" err="1">
                <a:solidFill>
                  <a:srgbClr val="C00000"/>
                </a:solidFill>
              </a:rPr>
              <a:t>Pydantic</a:t>
            </a:r>
            <a:r>
              <a:rPr lang="pt-BR"/>
              <a:t> – biblioteca para validação de dados.</a:t>
            </a:r>
          </a:p>
          <a:p>
            <a:endParaRPr lang="pt-BR"/>
          </a:p>
          <a:p>
            <a:endParaRPr lang="pt-BR"/>
          </a:p>
          <a:p>
            <a:endParaRPr lang="pt-BR"/>
          </a:p>
        </p:txBody>
      </p:sp>
      <p:pic>
        <p:nvPicPr>
          <p:cNvPr id="2050" name="Picture 2" descr="FastAPI">
            <a:extLst>
              <a:ext uri="{FF2B5EF4-FFF2-40B4-BE49-F238E27FC236}">
                <a16:creationId xmlns:a16="http://schemas.microsoft.com/office/drawing/2014/main" id="{808AA0D5-58A7-E479-EB69-69F1530E6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8151" r="10625" b="28151"/>
          <a:stretch/>
        </p:blipFill>
        <p:spPr bwMode="auto">
          <a:xfrm>
            <a:off x="5796136" y="791180"/>
            <a:ext cx="3078101" cy="61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979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B8EE5-8EB9-3F00-2729-14D9BF50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FastAPI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7E5412-7721-D6D9-B660-A1F994FB3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err="1">
                <a:latin typeface="Consolas" panose="020B0609020204030204" pitchFamily="49" charset="0"/>
              </a:rPr>
              <a:t>mkdir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oficina_fastapi</a:t>
            </a:r>
            <a:endParaRPr lang="pt-BR">
              <a:latin typeface="Consolas" panose="020B0609020204030204" pitchFamily="49" charset="0"/>
            </a:endParaRPr>
          </a:p>
          <a:p>
            <a:r>
              <a:rPr lang="pt-BR" err="1">
                <a:latin typeface="Consolas" panose="020B0609020204030204" pitchFamily="49" charset="0"/>
              </a:rPr>
              <a:t>cd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oficina_fastapi</a:t>
            </a:r>
            <a:endParaRPr lang="pt-BR">
              <a:latin typeface="Consolas" panose="020B0609020204030204" pitchFamily="49" charset="0"/>
            </a:endParaRPr>
          </a:p>
          <a:p>
            <a:r>
              <a:rPr lang="pt-BR" err="1">
                <a:latin typeface="Consolas" panose="020B0609020204030204" pitchFamily="49" charset="0"/>
              </a:rPr>
              <a:t>uv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venv</a:t>
            </a:r>
            <a:r>
              <a:rPr lang="pt-BR">
                <a:latin typeface="Consolas" panose="020B0609020204030204" pitchFamily="49" charset="0"/>
              </a:rPr>
              <a:t> --</a:t>
            </a:r>
            <a:r>
              <a:rPr lang="pt-BR" err="1">
                <a:latin typeface="Consolas" panose="020B0609020204030204" pitchFamily="49" charset="0"/>
              </a:rPr>
              <a:t>python</a:t>
            </a:r>
            <a:r>
              <a:rPr lang="pt-BR">
                <a:latin typeface="Consolas" panose="020B0609020204030204" pitchFamily="49" charset="0"/>
              </a:rPr>
              <a:t> 3.12</a:t>
            </a:r>
          </a:p>
          <a:p>
            <a:r>
              <a:rPr lang="pt-BR" err="1">
                <a:latin typeface="Consolas" panose="020B0609020204030204" pitchFamily="49" charset="0"/>
              </a:rPr>
              <a:t>source</a:t>
            </a:r>
            <a:r>
              <a:rPr lang="pt-BR">
                <a:latin typeface="Consolas" panose="020B0609020204030204" pitchFamily="49" charset="0"/>
              </a:rPr>
              <a:t> .</a:t>
            </a:r>
            <a:r>
              <a:rPr lang="pt-BR" err="1">
                <a:latin typeface="Consolas" panose="020B0609020204030204" pitchFamily="49" charset="0"/>
              </a:rPr>
              <a:t>venv</a:t>
            </a:r>
            <a:r>
              <a:rPr lang="pt-BR">
                <a:latin typeface="Consolas" panose="020B0609020204030204" pitchFamily="49" charset="0"/>
              </a:rPr>
              <a:t>/bin/</a:t>
            </a:r>
            <a:r>
              <a:rPr lang="pt-BR" err="1">
                <a:latin typeface="Consolas" panose="020B0609020204030204" pitchFamily="49" charset="0"/>
              </a:rPr>
              <a:t>activate</a:t>
            </a:r>
            <a:endParaRPr lang="pt-BR">
              <a:latin typeface="Consolas" panose="020B0609020204030204" pitchFamily="49" charset="0"/>
            </a:endParaRPr>
          </a:p>
          <a:p>
            <a:r>
              <a:rPr lang="pt-BR" err="1">
                <a:latin typeface="Consolas" panose="020B0609020204030204" pitchFamily="49" charset="0"/>
              </a:rPr>
              <a:t>uv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init</a:t>
            </a:r>
            <a:endParaRPr lang="pt-BR">
              <a:latin typeface="Consolas" panose="020B0609020204030204" pitchFamily="49" charset="0"/>
            </a:endParaRPr>
          </a:p>
          <a:p>
            <a:r>
              <a:rPr lang="pt-BR" err="1">
                <a:latin typeface="Consolas" panose="020B0609020204030204" pitchFamily="49" charset="0"/>
              </a:rPr>
              <a:t>uv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add</a:t>
            </a:r>
            <a:r>
              <a:rPr lang="pt-BR">
                <a:latin typeface="Consolas" panose="020B0609020204030204" pitchFamily="49" charset="0"/>
              </a:rPr>
              <a:t> </a:t>
            </a:r>
            <a:r>
              <a:rPr lang="pt-BR" err="1">
                <a:latin typeface="Consolas" panose="020B0609020204030204" pitchFamily="49" charset="0"/>
              </a:rPr>
              <a:t>fastapi</a:t>
            </a:r>
            <a:r>
              <a:rPr lang="pt-BR">
                <a:latin typeface="Consolas" panose="020B0609020204030204" pitchFamily="49" charset="0"/>
              </a:rPr>
              <a:t>[standard]</a:t>
            </a:r>
          </a:p>
        </p:txBody>
      </p:sp>
      <p:pic>
        <p:nvPicPr>
          <p:cNvPr id="4" name="Picture 2" descr="FastAPI">
            <a:extLst>
              <a:ext uri="{FF2B5EF4-FFF2-40B4-BE49-F238E27FC236}">
                <a16:creationId xmlns:a16="http://schemas.microsoft.com/office/drawing/2014/main" id="{DB8DCCD6-4F2C-3DC1-6381-9D54FB035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8151" r="10625" b="28151"/>
          <a:stretch/>
        </p:blipFill>
        <p:spPr bwMode="auto">
          <a:xfrm>
            <a:off x="5796136" y="791180"/>
            <a:ext cx="3078101" cy="61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09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01960"/>
            <a:ext cx="8229600" cy="1066800"/>
          </a:xfrm>
        </p:spPr>
        <p:txBody>
          <a:bodyPr/>
          <a:lstStyle/>
          <a:p>
            <a:r>
              <a:rPr lang="pt-BR"/>
              <a:t>main.py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251520" y="1309985"/>
            <a:ext cx="8507288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FastAPI</a:t>
            </a:r>
            <a:endParaRPr lang="pt-BR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"Olá, mundo!"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2" descr="FastAPI">
            <a:extLst>
              <a:ext uri="{FF2B5EF4-FFF2-40B4-BE49-F238E27FC236}">
                <a16:creationId xmlns:a16="http://schemas.microsoft.com/office/drawing/2014/main" id="{B3A250C0-7C31-EE79-CF46-EA992A49A6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8151" r="10625" b="28151"/>
          <a:stretch/>
        </p:blipFill>
        <p:spPr bwMode="auto">
          <a:xfrm>
            <a:off x="5796136" y="692696"/>
            <a:ext cx="3078101" cy="61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97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BABFE-7501-0BA2-9805-297AFB00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FastAPI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A87835-F968-F551-03DE-01BCC5B8D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Execute assim para acesso local:</a:t>
            </a:r>
          </a:p>
          <a:p>
            <a:pPr lvl="1"/>
            <a:r>
              <a:rPr lang="pt-BR" err="1">
                <a:solidFill>
                  <a:srgbClr val="C00000"/>
                </a:solidFill>
                <a:latin typeface="Consolas" panose="020B0609020204030204" pitchFamily="49" charset="0"/>
              </a:rPr>
              <a:t>fastapi</a:t>
            </a:r>
            <a:r>
              <a:rPr lang="pt-BR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err="1">
                <a:solidFill>
                  <a:srgbClr val="C00000"/>
                </a:solidFill>
                <a:latin typeface="Consolas" panose="020B0609020204030204" pitchFamily="49" charset="0"/>
              </a:rPr>
              <a:t>dev</a:t>
            </a:r>
            <a:r>
              <a:rPr lang="pt-BR">
                <a:solidFill>
                  <a:srgbClr val="C00000"/>
                </a:solidFill>
                <a:latin typeface="Consolas" panose="020B0609020204030204" pitchFamily="49" charset="0"/>
              </a:rPr>
              <a:t> main.py</a:t>
            </a:r>
          </a:p>
          <a:p>
            <a:r>
              <a:rPr lang="pt-BR"/>
              <a:t>Abrindo a aplicação para o “mundo”:</a:t>
            </a:r>
          </a:p>
          <a:p>
            <a:pPr lvl="1"/>
            <a:r>
              <a:rPr lang="pt-BR" err="1">
                <a:solidFill>
                  <a:srgbClr val="C00000"/>
                </a:solidFill>
                <a:latin typeface="Consolas" panose="020B0609020204030204" pitchFamily="49" charset="0"/>
              </a:rPr>
              <a:t>fastapi</a:t>
            </a:r>
            <a:r>
              <a:rPr lang="pt-BR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err="1">
                <a:solidFill>
                  <a:srgbClr val="C00000"/>
                </a:solidFill>
                <a:latin typeface="Consolas" panose="020B0609020204030204" pitchFamily="49" charset="0"/>
              </a:rPr>
              <a:t>dev</a:t>
            </a:r>
            <a:r>
              <a:rPr lang="pt-BR">
                <a:solidFill>
                  <a:srgbClr val="C00000"/>
                </a:solidFill>
                <a:latin typeface="Consolas" panose="020B0609020204030204" pitchFamily="49" charset="0"/>
              </a:rPr>
              <a:t> main.py --host 0.0.0.0</a:t>
            </a:r>
          </a:p>
          <a:p>
            <a:r>
              <a:rPr lang="pt-BR"/>
              <a:t>No navegador acesse:</a:t>
            </a:r>
          </a:p>
          <a:p>
            <a:pPr lvl="1"/>
            <a:r>
              <a:rPr lang="pt-BR">
                <a:hlinkClick r:id="rId2"/>
              </a:rPr>
              <a:t>http://127.0.0.1:8000/</a:t>
            </a:r>
            <a:r>
              <a:rPr lang="pt-BR"/>
              <a:t> </a:t>
            </a:r>
          </a:p>
          <a:p>
            <a:pPr lvl="1"/>
            <a:r>
              <a:rPr lang="pt-BR">
                <a:hlinkClick r:id="rId3"/>
              </a:rPr>
              <a:t>http://127.0.0.1:8000/items/1?q=monitor</a:t>
            </a:r>
            <a:r>
              <a:rPr lang="pt-BR"/>
              <a:t> </a:t>
            </a:r>
          </a:p>
          <a:p>
            <a:pPr lvl="1"/>
            <a:r>
              <a:rPr lang="pt-BR"/>
              <a:t>Documentação:</a:t>
            </a:r>
            <a:endParaRPr lang="pt-BR">
              <a:hlinkClick r:id="rId4"/>
            </a:endParaRPr>
          </a:p>
          <a:p>
            <a:pPr lvl="2"/>
            <a:r>
              <a:rPr lang="pt-BR">
                <a:hlinkClick r:id="rId4"/>
              </a:rPr>
              <a:t>http://localhost:8000/docs</a:t>
            </a:r>
            <a:r>
              <a:rPr lang="pt-BR"/>
              <a:t> </a:t>
            </a:r>
          </a:p>
          <a:p>
            <a:pPr lvl="2"/>
            <a:r>
              <a:rPr lang="pt-BR">
                <a:hlinkClick r:id="rId5"/>
              </a:rPr>
              <a:t>http://localhost:8000/redoc</a:t>
            </a:r>
            <a:r>
              <a:rPr lang="pt-BR"/>
              <a:t> </a:t>
            </a:r>
          </a:p>
        </p:txBody>
      </p:sp>
      <p:pic>
        <p:nvPicPr>
          <p:cNvPr id="4" name="Picture 2" descr="FastAPI">
            <a:extLst>
              <a:ext uri="{FF2B5EF4-FFF2-40B4-BE49-F238E27FC236}">
                <a16:creationId xmlns:a16="http://schemas.microsoft.com/office/drawing/2014/main" id="{12B92CBA-0549-5667-4FCE-CC6ED87B67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28151" r="10625" b="28151"/>
          <a:stretch/>
        </p:blipFill>
        <p:spPr bwMode="auto">
          <a:xfrm>
            <a:off x="5796136" y="692696"/>
            <a:ext cx="3078101" cy="61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023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04664"/>
            <a:ext cx="8229600" cy="1066800"/>
          </a:xfrm>
        </p:spPr>
        <p:txBody>
          <a:bodyPr/>
          <a:lstStyle/>
          <a:p>
            <a:r>
              <a:rPr lang="pt-BR"/>
              <a:t>HTTP - Códigos de resposta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395536" y="1549241"/>
            <a:ext cx="583264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read_root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World"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E370FA-9F13-B20A-6ADB-08443ACF06C6}"/>
              </a:ext>
            </a:extLst>
          </p:cNvPr>
          <p:cNvSpPr txBox="1"/>
          <p:nvPr/>
        </p:nvSpPr>
        <p:spPr>
          <a:xfrm>
            <a:off x="395536" y="3061409"/>
            <a:ext cx="583264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pt-BR" sz="20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20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read_root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World"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F81ED6-958A-1741-7E22-A2E773A81EED}"/>
              </a:ext>
            </a:extLst>
          </p:cNvPr>
          <p:cNvSpPr txBox="1"/>
          <p:nvPr/>
        </p:nvSpPr>
        <p:spPr>
          <a:xfrm>
            <a:off x="2771800" y="254574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>
                <a:solidFill>
                  <a:schemeClr val="tx1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33280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14936"/>
            <a:ext cx="8229600" cy="1069848"/>
          </a:xfrm>
        </p:spPr>
        <p:txBody>
          <a:bodyPr/>
          <a:lstStyle/>
          <a:p>
            <a:r>
              <a:rPr lang="pt-BR"/>
              <a:t>HTTP - Códigos de resposta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79F430A-AF7A-49FF-0786-59B4B278F341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1418808"/>
          <a:ext cx="8504967" cy="4602480"/>
        </p:xfrm>
        <a:graphic>
          <a:graphicData uri="http://schemas.openxmlformats.org/drawingml/2006/table">
            <a:tbl>
              <a:tblPr/>
              <a:tblGrid>
                <a:gridCol w="1125857">
                  <a:extLst>
                    <a:ext uri="{9D8B030D-6E8A-4147-A177-3AD203B41FA5}">
                      <a16:colId xmlns:a16="http://schemas.microsoft.com/office/drawing/2014/main" val="3199624244"/>
                    </a:ext>
                  </a:extLst>
                </a:gridCol>
                <a:gridCol w="1906503">
                  <a:extLst>
                    <a:ext uri="{9D8B030D-6E8A-4147-A177-3AD203B41FA5}">
                      <a16:colId xmlns:a16="http://schemas.microsoft.com/office/drawing/2014/main" val="4119992341"/>
                    </a:ext>
                  </a:extLst>
                </a:gridCol>
                <a:gridCol w="5472607">
                  <a:extLst>
                    <a:ext uri="{9D8B030D-6E8A-4147-A177-3AD203B41FA5}">
                      <a16:colId xmlns:a16="http://schemas.microsoft.com/office/drawing/2014/main" val="2895215611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Código HTTP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Categoria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Descrição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59681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1xx</a:t>
                      </a:r>
                      <a:endParaRPr lang="pt-BR" sz="2800" b="1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Informativo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Utilizado para enviar informações para o cliente de que sua requisição foi recebida e está sendo processada.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559788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2xx</a:t>
                      </a:r>
                      <a:endParaRPr lang="pt-BR" sz="2800" b="1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Sucesso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Indica que a requisição foi bem-sucedida (por exemplo, 200 OK, 201 Created).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149965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3xx</a:t>
                      </a:r>
                      <a:endParaRPr lang="pt-BR" sz="2800" b="1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Redirecionamento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Informa que mais ações são necessárias para completar a requisição (por exemplo, 301 Moved Permanently, 302 Found).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56564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4xx</a:t>
                      </a:r>
                      <a:endParaRPr lang="pt-BR" sz="2800" b="1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 no Cliente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Significa que houve um erro na requisição feita pelo cliente (por exemplo, 400 Bad Request, 404 Not Found).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50838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5xx</a:t>
                      </a:r>
                      <a:endParaRPr lang="pt-BR" sz="2800" b="1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 no Servidor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Indica um erro no servidor ao processar a requisição válida do cliente (por exemplo, 500 </a:t>
                      </a:r>
                      <a:r>
                        <a:rPr lang="pt-BR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Internal</a:t>
                      </a: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Server </a:t>
                      </a:r>
                      <a:r>
                        <a:rPr lang="pt-BR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</a:t>
                      </a: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503 Service </a:t>
                      </a:r>
                      <a:r>
                        <a:rPr lang="pt-BR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Unavailable</a:t>
                      </a: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).</a:t>
                      </a:r>
                      <a:endParaRPr lang="pt-BR" sz="28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4824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9F2FA24-1625-218E-7480-1D7683CF7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25622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55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42928"/>
            <a:ext cx="8229600" cy="1069848"/>
          </a:xfrm>
        </p:spPr>
        <p:txBody>
          <a:bodyPr/>
          <a:lstStyle/>
          <a:p>
            <a:r>
              <a:rPr lang="pt-BR"/>
              <a:t>Códigos de resposta mais usados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2443740-42F6-8642-3A07-920AB9792592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1412776"/>
          <a:ext cx="8496944" cy="4419600"/>
        </p:xfrm>
        <a:graphic>
          <a:graphicData uri="http://schemas.openxmlformats.org/drawingml/2006/table">
            <a:tbl>
              <a:tblPr/>
              <a:tblGrid>
                <a:gridCol w="2027680">
                  <a:extLst>
                    <a:ext uri="{9D8B030D-6E8A-4147-A177-3AD203B41FA5}">
                      <a16:colId xmlns:a16="http://schemas.microsoft.com/office/drawing/2014/main" val="2241612558"/>
                    </a:ext>
                  </a:extLst>
                </a:gridCol>
                <a:gridCol w="6469264">
                  <a:extLst>
                    <a:ext uri="{9D8B030D-6E8A-4147-A177-3AD203B41FA5}">
                      <a16:colId xmlns:a16="http://schemas.microsoft.com/office/drawing/2014/main" val="5544685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Código HTTP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Descrição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701909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200 OK</a:t>
                      </a:r>
                      <a:endParaRPr lang="pt-BR" sz="320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solicitação foi bem-sucedida. O significado exato depende do método HTTP utilizado na solicitação.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1500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201 </a:t>
                      </a:r>
                      <a:r>
                        <a:rPr lang="pt-BR" sz="2000" b="1" i="0" u="none" strike="noStrike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Created</a:t>
                      </a:r>
                      <a:endParaRPr lang="pt-BR" sz="320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solicitação foi bem-sucedida e um novo recurso foi criado como resultado.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628528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404 </a:t>
                      </a:r>
                      <a:r>
                        <a:rPr lang="pt-BR" sz="2000" b="1" i="0" u="none" strike="noStrike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Not</a:t>
                      </a:r>
                      <a:r>
                        <a:rPr lang="pt-BR" sz="20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pt-BR" sz="2000" b="1" i="0" u="none" strike="noStrike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Found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 recurso solicitado não pôde ser encontrado, sendo frequentemente usado quando o recurso é inexistente.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4258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422 Unprocessable Entity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Usado quando a requisição está bem-formada, mas não pode ser seguida devido a erros semânticos. É comum em APIs ao validar dados de entrada.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087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500 </a:t>
                      </a:r>
                      <a:r>
                        <a:rPr lang="pt-BR" sz="2000" b="1" i="0" u="none" strike="noStrike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Internal</a:t>
                      </a:r>
                      <a:r>
                        <a:rPr lang="pt-BR" sz="2000" b="1" i="0" u="none" strike="noStrike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 Server </a:t>
                      </a:r>
                      <a:r>
                        <a:rPr lang="pt-BR" sz="2000" b="1" i="0" u="none" strike="noStrike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Quando ocorre um erro na nossa aplicação.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69500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8889A6D-E4EE-1804-CF11-3DDE02A9C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29178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817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13C91-9AC5-3C16-90A8-211713CB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1066800"/>
          </a:xfrm>
        </p:spPr>
        <p:txBody>
          <a:bodyPr/>
          <a:lstStyle/>
          <a:p>
            <a:r>
              <a:rPr lang="pt-BR" err="1"/>
              <a:t>Uvicorn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E5D695-DA27-4A58-CAE6-42F51206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24" y="980728"/>
            <a:ext cx="8229600" cy="4324350"/>
          </a:xfrm>
        </p:spPr>
        <p:txBody>
          <a:bodyPr/>
          <a:lstStyle/>
          <a:p>
            <a:r>
              <a:rPr lang="pt-BR" sz="2000">
                <a:hlinkClick r:id="rId2"/>
              </a:rPr>
              <a:t>https://www.uvicorn.org</a:t>
            </a:r>
            <a:r>
              <a:rPr lang="pt-BR" sz="2000"/>
              <a:t> </a:t>
            </a:r>
          </a:p>
          <a:p>
            <a:r>
              <a:rPr lang="pt-BR" sz="2000"/>
              <a:t>Servidor de aplicação ASGI (</a:t>
            </a:r>
            <a:r>
              <a:rPr lang="pt-BR" sz="2000" err="1"/>
              <a:t>Asynchronous</a:t>
            </a:r>
            <a:r>
              <a:rPr lang="pt-BR" sz="2000"/>
              <a:t> Server Gateway Interface).</a:t>
            </a:r>
          </a:p>
          <a:p>
            <a:pPr lvl="1"/>
            <a:r>
              <a:rPr lang="pt-BR" sz="2000"/>
              <a:t>Ao contrário do WSGI (usado por frameworks como </a:t>
            </a:r>
            <a:r>
              <a:rPr lang="pt-BR" sz="2000" err="1"/>
              <a:t>Flask</a:t>
            </a:r>
            <a:r>
              <a:rPr lang="pt-BR" sz="2000"/>
              <a:t> e Django), o ASGI permite suporte a conexões assíncronas e </a:t>
            </a:r>
            <a:r>
              <a:rPr lang="pt-BR" sz="2000" err="1"/>
              <a:t>WebSockets</a:t>
            </a:r>
            <a:r>
              <a:rPr lang="pt-BR" sz="2000"/>
              <a:t>, muito úteis para aplicações modernas, que demandam comunicação em tempo real.</a:t>
            </a:r>
          </a:p>
          <a:p>
            <a:r>
              <a:rPr lang="pt-BR" sz="2000"/>
              <a:t>Projetado para rodar aplicações Python assíncronas, especialmente aquelas desenvolvidas com frameworks modernos como </a:t>
            </a:r>
            <a:r>
              <a:rPr lang="pt-BR" sz="2000" err="1"/>
              <a:t>FastAPI</a:t>
            </a:r>
            <a:r>
              <a:rPr lang="pt-BR" sz="2000"/>
              <a:t> e </a:t>
            </a:r>
            <a:r>
              <a:rPr lang="pt-BR" sz="2000" err="1"/>
              <a:t>Starlette</a:t>
            </a:r>
            <a:r>
              <a:rPr lang="pt-BR" sz="2000"/>
              <a:t>. </a:t>
            </a:r>
          </a:p>
          <a:p>
            <a:r>
              <a:rPr lang="pt-BR" sz="2000"/>
              <a:t>Leve e rápido</a:t>
            </a:r>
          </a:p>
          <a:p>
            <a:pPr lvl="1"/>
            <a:r>
              <a:rPr lang="pt-BR" sz="2000"/>
              <a:t>Ideal para situações em que a performance e a capacidade de lidar com conexões simultâneas são cruciais.</a:t>
            </a:r>
          </a:p>
          <a:p>
            <a:r>
              <a:rPr lang="pt-BR" sz="2200"/>
              <a:t>A aplicação pode rodar assim também:</a:t>
            </a:r>
          </a:p>
          <a:p>
            <a:pPr lvl="1"/>
            <a:r>
              <a:rPr lang="pt-BR" sz="2400" err="1">
                <a:solidFill>
                  <a:srgbClr val="C00000"/>
                </a:solidFill>
                <a:latin typeface="Consolas" panose="020B0609020204030204" pitchFamily="49" charset="0"/>
              </a:rPr>
              <a:t>uvicorn</a:t>
            </a:r>
            <a:r>
              <a:rPr lang="pt-BR" sz="24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2400" err="1">
                <a:solidFill>
                  <a:srgbClr val="C00000"/>
                </a:solidFill>
                <a:latin typeface="Consolas" panose="020B0609020204030204" pitchFamily="49" charset="0"/>
              </a:rPr>
              <a:t>main:app</a:t>
            </a:r>
            <a:r>
              <a:rPr lang="pt-BR" sz="2400">
                <a:solidFill>
                  <a:srgbClr val="C00000"/>
                </a:solidFill>
                <a:latin typeface="Consolas" panose="020B0609020204030204" pitchFamily="49" charset="0"/>
              </a:rPr>
              <a:t> –</a:t>
            </a:r>
            <a:r>
              <a:rPr lang="pt-BR" sz="2400" err="1">
                <a:solidFill>
                  <a:srgbClr val="C00000"/>
                </a:solidFill>
                <a:latin typeface="Consolas" panose="020B0609020204030204" pitchFamily="49" charset="0"/>
              </a:rPr>
              <a:t>reload</a:t>
            </a:r>
            <a:endParaRPr lang="pt-BR" sz="24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2000"/>
              <a:t>Utilizar o </a:t>
            </a:r>
            <a:r>
              <a:rPr lang="pt-BR" sz="2000">
                <a:solidFill>
                  <a:srgbClr val="C00000"/>
                </a:solidFill>
                <a:latin typeface="Consolas" panose="020B0609020204030204" pitchFamily="49" charset="0"/>
              </a:rPr>
              <a:t>--</a:t>
            </a:r>
            <a:r>
              <a:rPr lang="pt-BR" sz="2000" err="1">
                <a:solidFill>
                  <a:srgbClr val="C00000"/>
                </a:solidFill>
                <a:latin typeface="Consolas" panose="020B0609020204030204" pitchFamily="49" charset="0"/>
              </a:rPr>
              <a:t>reload</a:t>
            </a:r>
            <a:r>
              <a:rPr lang="pt-BR" sz="20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2000"/>
              <a:t>durante o desenvolvimento para recarregar automaticamente alterações no código.</a:t>
            </a:r>
          </a:p>
        </p:txBody>
      </p:sp>
      <p:pic>
        <p:nvPicPr>
          <p:cNvPr id="5122" name="Picture 2" descr="uvicorn">
            <a:extLst>
              <a:ext uri="{FF2B5EF4-FFF2-40B4-BE49-F238E27FC236}">
                <a16:creationId xmlns:a16="http://schemas.microsoft.com/office/drawing/2014/main" id="{C9293B18-767E-C0AA-A3E8-F5CA1F4B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754" y="404664"/>
            <a:ext cx="1641750" cy="164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33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D4004-3388-CD06-3804-364307D2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32" y="374426"/>
            <a:ext cx="8229600" cy="1066800"/>
          </a:xfrm>
        </p:spPr>
        <p:txBody>
          <a:bodyPr/>
          <a:lstStyle/>
          <a:p>
            <a:r>
              <a:rPr lang="pt-BR"/>
              <a:t>Ruff</a:t>
            </a:r>
            <a:br>
              <a:rPr lang="pt-BR" sz="2800"/>
            </a:br>
            <a:r>
              <a:rPr lang="pt-BR" sz="2400">
                <a:hlinkClick r:id="rId2"/>
              </a:rPr>
              <a:t>https://docs.astral.sh/ruff/</a:t>
            </a:r>
            <a:r>
              <a:rPr lang="pt-BR" sz="2400"/>
              <a:t> </a:t>
            </a:r>
            <a:endParaRPr lang="pt-BR" sz="36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3A26C-4F3E-B6A4-5694-BFAA7D5AF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408906"/>
            <a:ext cx="8229600" cy="4324350"/>
          </a:xfrm>
        </p:spPr>
        <p:txBody>
          <a:bodyPr/>
          <a:lstStyle/>
          <a:p>
            <a:r>
              <a:rPr lang="pt-BR" sz="1800" err="1"/>
              <a:t>Linter</a:t>
            </a:r>
            <a:endParaRPr lang="pt-BR" sz="1800"/>
          </a:p>
          <a:p>
            <a:pPr lvl="1"/>
            <a:r>
              <a:rPr lang="pt-BR" sz="1800"/>
              <a:t>Analisar o código de forma estática</a:t>
            </a:r>
          </a:p>
          <a:p>
            <a:pPr lvl="2"/>
            <a:r>
              <a:rPr lang="pt-BR" sz="1600"/>
              <a:t>Efetuar a verificação se estamos programando de acordo com boas práticas do </a:t>
            </a:r>
            <a:r>
              <a:rPr lang="pt-BR" sz="1600" err="1"/>
              <a:t>python</a:t>
            </a:r>
            <a:r>
              <a:rPr lang="pt-BR" sz="1600"/>
              <a:t>.</a:t>
            </a:r>
          </a:p>
          <a:p>
            <a:r>
              <a:rPr lang="pt-BR" sz="1800" err="1"/>
              <a:t>Formatter</a:t>
            </a:r>
            <a:endParaRPr lang="pt-BR" sz="1800"/>
          </a:p>
          <a:p>
            <a:pPr lvl="1"/>
            <a:r>
              <a:rPr lang="pt-BR" sz="1800"/>
              <a:t>Efetuar a verificação do código para padronizar um estilo de código pré-definido.</a:t>
            </a:r>
          </a:p>
          <a:p>
            <a:r>
              <a:rPr lang="pt-BR" sz="1800"/>
              <a:t>Instalar no projeto</a:t>
            </a:r>
          </a:p>
          <a:p>
            <a:pPr lvl="1"/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uv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add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ruff</a:t>
            </a:r>
            <a:endParaRPr lang="pt-BR" sz="18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pt-BR" sz="1800"/>
              <a:t>Comandos</a:t>
            </a:r>
          </a:p>
          <a:p>
            <a:pPr lvl="1"/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ruff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check</a:t>
            </a:r>
            <a:b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ruff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check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--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fix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 </a:t>
            </a:r>
          </a:p>
          <a:p>
            <a:pPr lvl="2"/>
            <a:r>
              <a:rPr lang="pt-BR" sz="1600"/>
              <a:t>Faz a checagem dos termos.</a:t>
            </a:r>
          </a:p>
          <a:p>
            <a:pPr lvl="2"/>
            <a:r>
              <a:rPr lang="pt-BR" sz="1600"/>
              <a:t>A opção --</a:t>
            </a:r>
            <a:r>
              <a:rPr lang="pt-BR" sz="1600" err="1"/>
              <a:t>fix</a:t>
            </a:r>
            <a:r>
              <a:rPr lang="pt-BR" sz="1600"/>
              <a:t> altera o código, caso necessário.</a:t>
            </a:r>
          </a:p>
          <a:p>
            <a:pPr lvl="1"/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ruff</a:t>
            </a:r>
            <a:r>
              <a:rPr lang="pt-BR" sz="18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pt-BR" sz="1800" err="1">
                <a:solidFill>
                  <a:srgbClr val="C00000"/>
                </a:solidFill>
                <a:latin typeface="Consolas" panose="020B0609020204030204" pitchFamily="49" charset="0"/>
              </a:rPr>
              <a:t>format</a:t>
            </a:r>
            <a:endParaRPr lang="pt-BR" sz="18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600"/>
              <a:t>Altera o código para formatá-lo usando as boas práticas.</a:t>
            </a:r>
          </a:p>
          <a:p>
            <a:pPr lvl="2"/>
            <a:r>
              <a:rPr lang="pt-BR" sz="1600"/>
              <a:t>O padrão é Flake8 (regras F) + subconjunto das regras E.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4159FB-F0E0-8A45-D1EF-E03AE388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465547"/>
            <a:ext cx="4629078" cy="137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2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01960"/>
            <a:ext cx="8229600" cy="1066800"/>
          </a:xfrm>
        </p:spPr>
        <p:txBody>
          <a:bodyPr/>
          <a:lstStyle/>
          <a:p>
            <a:r>
              <a:rPr lang="pt-BR"/>
              <a:t>main2.py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179512" y="1160160"/>
            <a:ext cx="8856984" cy="35394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endParaRPr lang="pt-BR" sz="20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"Olá, mundo!"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b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20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"/posts/</a:t>
            </a:r>
            <a:r>
              <a:rPr lang="pt-BR" sz="20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{id}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read_item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titulo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20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20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"titulo"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20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titulo</a:t>
            </a:r>
            <a:r>
              <a:rPr lang="pt-BR" sz="20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600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E8400-11BC-87FA-6611-2BDA5E93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Pydantic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34F6E8-4040-6992-49AA-25EAFD38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/>
              <a:t>Biblioteca Python usada para validação de dados e criação de modelos de dados fortemente </a:t>
            </a:r>
            <a:r>
              <a:rPr lang="pt-BR" err="1"/>
              <a:t>tipados</a:t>
            </a:r>
            <a:r>
              <a:rPr lang="pt-BR"/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/>
              <a:t>Amplamente utilizada para garantir que os dados estejam no formato correto, validando tipos e valores automaticamente.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/>
              <a:t>Popular em projetos como </a:t>
            </a:r>
            <a:r>
              <a:rPr lang="pt-BR" err="1"/>
              <a:t>FastAPI</a:t>
            </a:r>
            <a:r>
              <a:rPr lang="pt-BR"/>
              <a:t>, onde facilita a validação e serialização de dados de entrada e saída.</a:t>
            </a:r>
          </a:p>
        </p:txBody>
      </p:sp>
      <p:pic>
        <p:nvPicPr>
          <p:cNvPr id="6146" name="Picture 2" descr="Define API Data Models with Pydantic | Ji Zhang's Blog">
            <a:extLst>
              <a:ext uri="{FF2B5EF4-FFF2-40B4-BE49-F238E27FC236}">
                <a16:creationId xmlns:a16="http://schemas.microsoft.com/office/drawing/2014/main" id="{A5FD032F-3702-3288-98D0-08D2BCA93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67643"/>
            <a:ext cx="2843829" cy="71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70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01960"/>
            <a:ext cx="8229600" cy="1066800"/>
          </a:xfrm>
        </p:spPr>
        <p:txBody>
          <a:bodyPr/>
          <a:lstStyle/>
          <a:p>
            <a:r>
              <a:rPr lang="pt-BR"/>
              <a:t>main3.py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323528" y="1160160"/>
            <a:ext cx="8568952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Union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BaseModel</a:t>
            </a:r>
            <a:b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BaseModel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read_root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World"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</a:t>
            </a:r>
            <a:r>
              <a:rPr lang="pt-B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{id}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le_id_item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6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"/itens/"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6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le_item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6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endParaRPr lang="pt-BR" sz="16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30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066800"/>
          </a:xfrm>
        </p:spPr>
        <p:txBody>
          <a:bodyPr/>
          <a:lstStyle/>
          <a:p>
            <a:r>
              <a:rPr lang="pt-BR"/>
              <a:t>main3.py (1/2)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251520" y="976074"/>
            <a:ext cx="8856984" cy="56938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Union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typing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HTTPException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BaseModel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4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BaseModel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nome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is_oferta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4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b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4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padrao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4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World"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</a:t>
            </a:r>
            <a:r>
              <a:rPr lang="pt-BR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{item_id}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response_model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4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ler_item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indice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endParaRPr lang="pt-BR" sz="14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4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pt-BR" sz="1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4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NOT_FOUND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4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pt-BR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"Item não encontrado."</a:t>
            </a:r>
            <a:r>
              <a:rPr lang="pt-BR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0273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684B3-9C27-AFDE-1552-CFA694CC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01960"/>
            <a:ext cx="8229600" cy="1066800"/>
          </a:xfrm>
        </p:spPr>
        <p:txBody>
          <a:bodyPr/>
          <a:lstStyle/>
          <a:p>
            <a:r>
              <a:rPr lang="pt-BR"/>
              <a:t>main3.py (2/2)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5B5C8B-1A61-A68E-FE99-3D5F573C9FB0}"/>
              </a:ext>
            </a:extLst>
          </p:cNvPr>
          <p:cNvSpPr txBox="1"/>
          <p:nvPr/>
        </p:nvSpPr>
        <p:spPr>
          <a:xfrm>
            <a:off x="179512" y="1052736"/>
            <a:ext cx="8856984" cy="56938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response_model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3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pt-BR" sz="13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listar_itens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endParaRPr lang="pt-BR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.post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response_model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pt-BR" sz="13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CREATED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adicionar_item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3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 já existe."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endParaRPr lang="pt-BR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.put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</a:t>
            </a:r>
            <a:r>
              <a:rPr lang="pt-BR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{item_id}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response_model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atualizar_item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item_atualizado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3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indice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item_atualizado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item_atualizado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endParaRPr lang="pt-BR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indice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item_atualizado</a:t>
            </a:r>
            <a:endParaRPr lang="pt-BR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item_atualizado</a:t>
            </a:r>
            <a:endParaRPr lang="pt-BR" sz="1300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pt-BR" sz="13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NOT_FOUND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"Item não encontrado."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pt-BR" sz="13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.delete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"/itens/</a:t>
            </a:r>
            <a:r>
              <a:rPr lang="pt-BR" sz="13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{item_id}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remover_item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item_id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itens</a:t>
            </a:r>
            <a:r>
              <a:rPr lang="pt-BR" sz="13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item_atual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"msg"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"Item removido com sucesso."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300" b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HTTPException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HTTPStatus</a:t>
            </a:r>
            <a:r>
              <a:rPr lang="pt-BR" sz="13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3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NOT_FOUND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3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pt-BR" sz="13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3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"Item não encontrado."</a:t>
            </a:r>
            <a:r>
              <a:rPr lang="pt-BR" sz="13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444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9E54E-EBB5-28A8-16DF-89301986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24" y="404664"/>
            <a:ext cx="8229600" cy="1069848"/>
          </a:xfrm>
        </p:spPr>
        <p:txBody>
          <a:bodyPr/>
          <a:lstStyle/>
          <a:p>
            <a:r>
              <a:rPr lang="pt-BR" sz="2800"/>
              <a:t>Estruturas de dados em Python por eficiência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F56BC8F-44CC-CEBB-99DF-D5DD468B92E9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1386081"/>
          <a:ext cx="8568951" cy="5156200"/>
        </p:xfrm>
        <a:graphic>
          <a:graphicData uri="http://schemas.openxmlformats.org/drawingml/2006/table">
            <a:tbl>
              <a:tblPr/>
              <a:tblGrid>
                <a:gridCol w="2856317">
                  <a:extLst>
                    <a:ext uri="{9D8B030D-6E8A-4147-A177-3AD203B41FA5}">
                      <a16:colId xmlns:a16="http://schemas.microsoft.com/office/drawing/2014/main" val="491957296"/>
                    </a:ext>
                  </a:extLst>
                </a:gridCol>
                <a:gridCol w="2856317">
                  <a:extLst>
                    <a:ext uri="{9D8B030D-6E8A-4147-A177-3AD203B41FA5}">
                      <a16:colId xmlns:a16="http://schemas.microsoft.com/office/drawing/2014/main" val="35582850"/>
                    </a:ext>
                  </a:extLst>
                </a:gridCol>
                <a:gridCol w="2856317">
                  <a:extLst>
                    <a:ext uri="{9D8B030D-6E8A-4147-A177-3AD203B41FA5}">
                      <a16:colId xmlns:a16="http://schemas.microsoft.com/office/drawing/2014/main" val="2200986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Estrutura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Melhor para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Limitações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72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List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Operações sequenciais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Inserção/remoção no meio é lenta (</a:t>
                      </a:r>
                      <a:r>
                        <a:rPr lang="pt-BR" sz="20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3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Dict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Acesso rápido por chave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Maior uso de memória devido ao hashing.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16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Set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Dados únicos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Não suporta ordenação ou índices.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693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Tuple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Dados imutáveis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Não permite alteração após criação.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96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Deque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Inserções/remoções rápidas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Acesso por índice é lento (</a:t>
                      </a:r>
                      <a:r>
                        <a:rPr lang="pt-BR" sz="20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56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DataFrame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Dados tabulares grandes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Menos eficiente para CRUD dinâmico frequente.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21049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30CCB08-0BA8-9ACD-2C82-C94921FFA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6563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765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4E61A-4EE6-3F4C-D55A-BAD95481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24" y="404664"/>
            <a:ext cx="8229600" cy="1069848"/>
          </a:xfrm>
        </p:spPr>
        <p:txBody>
          <a:bodyPr/>
          <a:lstStyle/>
          <a:p>
            <a:r>
              <a:rPr lang="pt-BR"/>
              <a:t>Estruturas de dados em Python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55AF2B4-82E2-C491-2CD7-177DCB733700}"/>
              </a:ext>
            </a:extLst>
          </p:cNvPr>
          <p:cNvGraphicFramePr>
            <a:graphicFrameLocks noGrp="1"/>
          </p:cNvGraphicFramePr>
          <p:nvPr/>
        </p:nvGraphicFramePr>
        <p:xfrm>
          <a:off x="251516" y="1384482"/>
          <a:ext cx="8712972" cy="4708814"/>
        </p:xfrm>
        <a:graphic>
          <a:graphicData uri="http://schemas.openxmlformats.org/drawingml/2006/table">
            <a:tbl>
              <a:tblPr/>
              <a:tblGrid>
                <a:gridCol w="1452162">
                  <a:extLst>
                    <a:ext uri="{9D8B030D-6E8A-4147-A177-3AD203B41FA5}">
                      <a16:colId xmlns:a16="http://schemas.microsoft.com/office/drawing/2014/main" val="1643952426"/>
                    </a:ext>
                  </a:extLst>
                </a:gridCol>
                <a:gridCol w="1452162">
                  <a:extLst>
                    <a:ext uri="{9D8B030D-6E8A-4147-A177-3AD203B41FA5}">
                      <a16:colId xmlns:a16="http://schemas.microsoft.com/office/drawing/2014/main" val="3752620222"/>
                    </a:ext>
                  </a:extLst>
                </a:gridCol>
                <a:gridCol w="1452162">
                  <a:extLst>
                    <a:ext uri="{9D8B030D-6E8A-4147-A177-3AD203B41FA5}">
                      <a16:colId xmlns:a16="http://schemas.microsoft.com/office/drawing/2014/main" val="2633903437"/>
                    </a:ext>
                  </a:extLst>
                </a:gridCol>
                <a:gridCol w="1452162">
                  <a:extLst>
                    <a:ext uri="{9D8B030D-6E8A-4147-A177-3AD203B41FA5}">
                      <a16:colId xmlns:a16="http://schemas.microsoft.com/office/drawing/2014/main" val="256580600"/>
                    </a:ext>
                  </a:extLst>
                </a:gridCol>
                <a:gridCol w="1452162">
                  <a:extLst>
                    <a:ext uri="{9D8B030D-6E8A-4147-A177-3AD203B41FA5}">
                      <a16:colId xmlns:a16="http://schemas.microsoft.com/office/drawing/2014/main" val="2017056222"/>
                    </a:ext>
                  </a:extLst>
                </a:gridCol>
                <a:gridCol w="1452162">
                  <a:extLst>
                    <a:ext uri="{9D8B030D-6E8A-4147-A177-3AD203B41FA5}">
                      <a16:colId xmlns:a16="http://schemas.microsoft.com/office/drawing/2014/main" val="3999900577"/>
                    </a:ext>
                  </a:extLst>
                </a:gridCol>
              </a:tblGrid>
              <a:tr h="173772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Estrutura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Create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Read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Update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Delete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Notas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794210"/>
                  </a:ext>
                </a:extLst>
              </a:tr>
              <a:tr h="891648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List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no final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por índice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por índice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Lento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para deslocar elementos)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Melhor para dados sequenciais. Ineficiente para remoção/inserção no meio.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47477"/>
                  </a:ext>
                </a:extLst>
              </a:tr>
              <a:tr h="994202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Dict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Muito 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Muito 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Muito 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Muito 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Excelente para acesso e manipulação por chave; consome mais memória devido ao hashing.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38274"/>
                  </a:ext>
                </a:extLst>
              </a:tr>
              <a:tr h="68654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Set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Não aplicável diretamente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Ideal para garantir unicidade e verificar presença rapidamente.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401849"/>
                  </a:ext>
                </a:extLst>
              </a:tr>
              <a:tr h="891648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Tuple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por índice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não suportado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não suportado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Útil para dados que não precisam ser alterados; mais eficiente que listas para leitura.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672766"/>
                  </a:ext>
                </a:extLst>
              </a:tr>
              <a:tr h="68654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Deque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em extremidades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Lento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por índice)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Lento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por índice)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em extremidades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Ideal para manipulação de filas ou pilhas (FIFO/LIFO).</a:t>
                      </a:r>
                      <a:endParaRPr lang="pt-BR" sz="1800">
                        <a:effectLst/>
                      </a:endParaRPr>
                    </a:p>
                  </a:txBody>
                  <a:tcPr marL="35609" marR="35609" marT="35609" marB="356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64959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F211EA7-E348-1A8C-9EA3-D14C5061F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65" y="1773110"/>
            <a:ext cx="856833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168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4E61A-4EE6-3F4C-D55A-BAD95481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24" y="404664"/>
            <a:ext cx="8229600" cy="1069848"/>
          </a:xfrm>
        </p:spPr>
        <p:txBody>
          <a:bodyPr/>
          <a:lstStyle/>
          <a:p>
            <a:r>
              <a:rPr lang="pt-BR"/>
              <a:t>Estruturas de dados em Python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211EA7-E348-1A8C-9EA3-D14C5061F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65" y="1773110"/>
            <a:ext cx="856833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8802D8F-FB1C-7DA1-483B-5A930FB17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085801"/>
              </p:ext>
            </p:extLst>
          </p:nvPr>
        </p:nvGraphicFramePr>
        <p:xfrm>
          <a:off x="158932" y="1597728"/>
          <a:ext cx="8877564" cy="4639584"/>
        </p:xfrm>
        <a:graphic>
          <a:graphicData uri="http://schemas.openxmlformats.org/drawingml/2006/table">
            <a:tbl>
              <a:tblPr/>
              <a:tblGrid>
                <a:gridCol w="1479594">
                  <a:extLst>
                    <a:ext uri="{9D8B030D-6E8A-4147-A177-3AD203B41FA5}">
                      <a16:colId xmlns:a16="http://schemas.microsoft.com/office/drawing/2014/main" val="1295340983"/>
                    </a:ext>
                  </a:extLst>
                </a:gridCol>
                <a:gridCol w="1479594">
                  <a:extLst>
                    <a:ext uri="{9D8B030D-6E8A-4147-A177-3AD203B41FA5}">
                      <a16:colId xmlns:a16="http://schemas.microsoft.com/office/drawing/2014/main" val="909491480"/>
                    </a:ext>
                  </a:extLst>
                </a:gridCol>
                <a:gridCol w="1479594">
                  <a:extLst>
                    <a:ext uri="{9D8B030D-6E8A-4147-A177-3AD203B41FA5}">
                      <a16:colId xmlns:a16="http://schemas.microsoft.com/office/drawing/2014/main" val="50330923"/>
                    </a:ext>
                  </a:extLst>
                </a:gridCol>
                <a:gridCol w="1479594">
                  <a:extLst>
                    <a:ext uri="{9D8B030D-6E8A-4147-A177-3AD203B41FA5}">
                      <a16:colId xmlns:a16="http://schemas.microsoft.com/office/drawing/2014/main" val="2193492389"/>
                    </a:ext>
                  </a:extLst>
                </a:gridCol>
                <a:gridCol w="1479594">
                  <a:extLst>
                    <a:ext uri="{9D8B030D-6E8A-4147-A177-3AD203B41FA5}">
                      <a16:colId xmlns:a16="http://schemas.microsoft.com/office/drawing/2014/main" val="2278503749"/>
                    </a:ext>
                  </a:extLst>
                </a:gridCol>
                <a:gridCol w="1479594">
                  <a:extLst>
                    <a:ext uri="{9D8B030D-6E8A-4147-A177-3AD203B41FA5}">
                      <a16:colId xmlns:a16="http://schemas.microsoft.com/office/drawing/2014/main" val="2912345822"/>
                    </a:ext>
                  </a:extLst>
                </a:gridCol>
              </a:tblGrid>
              <a:tr h="162230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Estrutura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Create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Read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Update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Delete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Notas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436914"/>
                  </a:ext>
                </a:extLst>
              </a:tr>
              <a:tr h="928166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DataFrame (Pandas)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para adicionar linhas)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por rótulo ou índice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dependendo da operação)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para reorganizar)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Ótimo para dados tabulares pequenos/médios. Operações em lote são mais eficientes.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68276"/>
                  </a:ext>
                </a:extLst>
              </a:tr>
              <a:tr h="928166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DataFrame (Polars)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em streaming)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em modo lazy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(cria novo 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DataFrame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(recria 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DataFrame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Melhor para grandes dados tabulares e processamento paralelo; CRUD dinâmico é limitado.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047136"/>
                  </a:ext>
                </a:extLst>
              </a:tr>
              <a:tr h="736682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DataFrame (Dask)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Médio/rápido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por partição)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O(log 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em partições)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O(log 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em partições)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O(log 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por partição)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Projetado para dados maiores que a memória. Melhor para operações em lote.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522497"/>
                  </a:ext>
                </a:extLst>
              </a:tr>
              <a:tr h="832424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DataFrame (PySpark)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para batch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O(log 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em partições)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cria novo DataFrame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Imutável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recria DataFrame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Escalável para grandes volumes distribuídos. CRUD dinâmico pontual não é ideal.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16464"/>
                  </a:ext>
                </a:extLst>
              </a:tr>
              <a:tr h="736682"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Vaex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Rápido com memory mapping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O(1)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Médio (</a:t>
                      </a:r>
                      <a:r>
                        <a:rPr lang="pt-BR" sz="1200" b="0" i="0" u="none" strike="noStrike">
                          <a:solidFill>
                            <a:srgbClr val="188038"/>
                          </a:solidFill>
                          <a:effectLst/>
                          <a:latin typeface="Roboto Mono" panose="00000009000000000000" pitchFamily="49" charset="0"/>
                        </a:rPr>
                        <a:t>O(log n)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via mapping)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Limitado (cria novo DataFrame)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Limitado (recria DataFrame)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Aft>
                          <a:spcPts val="400"/>
                        </a:spcAft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Focado em leitura e operações estatísticas; limitado para CRUD frequente.</a:t>
                      </a:r>
                      <a:endParaRPr lang="pt-BR" sz="1800">
                        <a:effectLst/>
                      </a:endParaRPr>
                    </a:p>
                  </a:txBody>
                  <a:tcPr marL="33244" marR="33244" marT="33244" marB="332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9727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EE672DA-A916-4ED5-80CB-8F58F816E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56" y="144524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9899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756941-2BF3-27CB-961C-D8BB1C1F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Reflexões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50A3C3-D471-4716-94FD-02F3280E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Usar lista</a:t>
            </a:r>
          </a:p>
          <a:p>
            <a:pPr lvl="1"/>
            <a:r>
              <a:rPr lang="pt-BR"/>
              <a:t>Ter propriedade para marcar itens deletados.</a:t>
            </a:r>
          </a:p>
          <a:p>
            <a:pPr lvl="1"/>
            <a:r>
              <a:rPr lang="pt-BR"/>
              <a:t>Eles existiriam, mas seriam ignorados.</a:t>
            </a:r>
          </a:p>
          <a:p>
            <a:pPr lvl="1"/>
            <a:r>
              <a:rPr lang="pt-BR"/>
              <a:t>Para otimizar o uso de memória, manter somente parte dos dados na lista em memória (paginação).</a:t>
            </a:r>
          </a:p>
          <a:p>
            <a:pPr lvl="2"/>
            <a:r>
              <a:rPr lang="pt-BR"/>
              <a:t>Nesse caso haveria uma navegação frequente sobre o arquivo CSV subjacente.</a:t>
            </a:r>
          </a:p>
          <a:p>
            <a:r>
              <a:rPr lang="pt-BR"/>
              <a:t>Usar dicionário</a:t>
            </a:r>
          </a:p>
          <a:p>
            <a:pPr lvl="1"/>
            <a:r>
              <a:rPr lang="pt-BR"/>
              <a:t>Usar id como chave.</a:t>
            </a:r>
          </a:p>
        </p:txBody>
      </p:sp>
    </p:spTree>
    <p:extLst>
      <p:ext uri="{BB962C8B-B14F-4D97-AF65-F5344CB8AC3E}">
        <p14:creationId xmlns:p14="http://schemas.microsoft.com/office/powerpoint/2010/main" val="491365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A510A-8B4A-A9AC-5C49-043551F8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32" y="620688"/>
            <a:ext cx="8229600" cy="1069848"/>
          </a:xfrm>
        </p:spPr>
        <p:txBody>
          <a:bodyPr/>
          <a:lstStyle/>
          <a:p>
            <a:r>
              <a:rPr lang="pt-BR"/>
              <a:t>Níveis de </a:t>
            </a:r>
            <a:r>
              <a:rPr lang="pt-BR" err="1"/>
              <a:t>logging</a:t>
            </a:r>
            <a:r>
              <a:rPr lang="pt-BR"/>
              <a:t> do Python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D4CFB1D-3A37-043D-49ED-DCCB796ED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071567"/>
              </p:ext>
            </p:extLst>
          </p:nvPr>
        </p:nvGraphicFramePr>
        <p:xfrm>
          <a:off x="323528" y="1673696"/>
          <a:ext cx="8568953" cy="443992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1673509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817974105"/>
                    </a:ext>
                  </a:extLst>
                </a:gridCol>
                <a:gridCol w="5832649">
                  <a:extLst>
                    <a:ext uri="{9D8B030D-6E8A-4147-A177-3AD203B41FA5}">
                      <a16:colId xmlns:a16="http://schemas.microsoft.com/office/drawing/2014/main" val="1066471987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Nível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Valor Numérico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Descrição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933812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C00000"/>
                          </a:solidFill>
                          <a:effectLst/>
                          <a:latin typeface="Roboto Mono" panose="00000009000000000000" pitchFamily="49" charset="0"/>
                        </a:rPr>
                        <a:t>DEBUG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Mensagens detalhadas para diagnóstico, geralmente usadas no desenvolvimento.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43496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C00000"/>
                          </a:solidFill>
                          <a:effectLst/>
                          <a:latin typeface="Roboto Mono" panose="00000009000000000000" pitchFamily="49" charset="0"/>
                        </a:rPr>
                        <a:t>INFO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Informações gerais sobre o funcionamento do programa.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9409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C00000"/>
                          </a:solidFill>
                          <a:effectLst/>
                          <a:latin typeface="Roboto Mono" panose="00000009000000000000" pitchFamily="49" charset="0"/>
                        </a:rPr>
                        <a:t>WARNING</a:t>
                      </a:r>
                    </a:p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/>
                        <a:t>(default)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Indica que algo inesperado aconteceu ou pode causar problemas no futuro.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92674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C00000"/>
                          </a:solidFill>
                          <a:effectLst/>
                          <a:latin typeface="Roboto Mono" panose="00000009000000000000" pitchFamily="49" charset="0"/>
                        </a:rPr>
                        <a:t>ERROR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Indica que ocorreu um erro, mas o programa continua executando.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619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C00000"/>
                          </a:solidFill>
                          <a:effectLst/>
                          <a:latin typeface="Roboto Mono" panose="00000009000000000000" pitchFamily="49" charset="0"/>
                        </a:rPr>
                        <a:t>CRITICAL</a:t>
                      </a:r>
                      <a:endParaRPr lang="pt-BR" sz="320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Aft>
                          <a:spcPts val="400"/>
                        </a:spcAft>
                      </a:pPr>
                      <a:r>
                        <a:rPr lang="pt-BR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Um erro sério indicando que o programa pode não ser capaz de continuar.</a:t>
                      </a:r>
                      <a:endParaRPr lang="pt-BR" sz="32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693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003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604BE-E33C-8142-01EC-708B889CA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35BE-AC91-7EAF-E4DF-78D47B308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>
                <a:hlinkClick r:id="rId2"/>
              </a:rPr>
              <a:t>https://fastapi.tiangolo.com/</a:t>
            </a:r>
            <a:endParaRPr lang="pt-BR"/>
          </a:p>
          <a:p>
            <a:r>
              <a:rPr lang="pt-BR">
                <a:hlinkClick r:id="rId3"/>
              </a:rPr>
              <a:t>https://fastapi.tiangolo.com/tutorial/</a:t>
            </a:r>
            <a:r>
              <a:rPr lang="pt-BR"/>
              <a:t> </a:t>
            </a:r>
          </a:p>
          <a:p>
            <a:pPr marL="109537" indent="0">
              <a:buNone/>
            </a:pPr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396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13" descr="puzzle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2509" y="5373216"/>
            <a:ext cx="6035675" cy="136815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3200">
                <a:solidFill>
                  <a:schemeClr val="tx1"/>
                </a:solidFill>
              </a:rPr>
              <a:t>Regis Pires Magalhães</a:t>
            </a:r>
          </a:p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2400">
                <a:solidFill>
                  <a:schemeClr val="tx1"/>
                </a:solidFill>
                <a:latin typeface="Consolas" pitchFamily="49" charset="0"/>
              </a:rPr>
              <a:t>regispires@lia.ufc.br</a:t>
            </a:r>
          </a:p>
          <a:p>
            <a:pPr fontAlgn="auto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pt-BR" sz="2400">
                <a:solidFill>
                  <a:schemeClr val="tx1"/>
                </a:solidFill>
                <a:latin typeface="Consolas" pitchFamily="49" charset="0"/>
              </a:rPr>
              <a:t>@</a:t>
            </a:r>
            <a:r>
              <a:rPr lang="pt-BR" sz="2400" err="1">
                <a:solidFill>
                  <a:schemeClr val="tx1"/>
                </a:solidFill>
                <a:latin typeface="Consolas" pitchFamily="49" charset="0"/>
              </a:rPr>
              <a:t>regispires</a:t>
            </a:r>
            <a:r>
              <a:rPr lang="pt-BR" sz="2400">
                <a:solidFill>
                  <a:schemeClr val="tx1"/>
                </a:solidFill>
                <a:latin typeface="Consolas" pitchFamily="49" charset="0"/>
              </a:rPr>
              <a:t> 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873250" y="71438"/>
            <a:ext cx="7199313" cy="1071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3600">
                <a:solidFill>
                  <a:schemeClr val="tx1"/>
                </a:solidFill>
                <a:latin typeface="+mj-lt"/>
                <a:cs typeface="+mn-cs"/>
              </a:rPr>
              <a:t>Obrigado!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err="1">
                <a:solidFill>
                  <a:schemeClr val="tx1"/>
                </a:solidFill>
                <a:latin typeface="+mj-lt"/>
                <a:cs typeface="+mn-cs"/>
              </a:rPr>
              <a:t>Dúvidas</a:t>
            </a:r>
            <a:r>
              <a:rPr lang="en-US" sz="2800">
                <a:solidFill>
                  <a:schemeClr val="tx1"/>
                </a:solidFill>
                <a:latin typeface="+mj-lt"/>
                <a:cs typeface="+mn-cs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+mj-lt"/>
                <a:cs typeface="+mn-cs"/>
              </a:rPr>
              <a:t>comentários</a:t>
            </a:r>
            <a:r>
              <a:rPr lang="en-US" sz="2800">
                <a:solidFill>
                  <a:schemeClr val="tx1"/>
                </a:solidFill>
                <a:latin typeface="+mj-lt"/>
                <a:cs typeface="+mn-cs"/>
              </a:rPr>
              <a:t>, </a:t>
            </a:r>
            <a:r>
              <a:rPr lang="en-US" sz="2800" err="1">
                <a:solidFill>
                  <a:schemeClr val="tx1"/>
                </a:solidFill>
                <a:latin typeface="+mj-lt"/>
                <a:cs typeface="+mn-cs"/>
              </a:rPr>
              <a:t>sugestões</a:t>
            </a:r>
            <a:r>
              <a:rPr lang="en-US" sz="2800">
                <a:solidFill>
                  <a:schemeClr val="tx1"/>
                </a:solidFill>
                <a:latin typeface="+mj-lt"/>
                <a:cs typeface="+mn-cs"/>
              </a:rPr>
              <a:t>?</a:t>
            </a:r>
          </a:p>
        </p:txBody>
      </p:sp>
      <p:pic>
        <p:nvPicPr>
          <p:cNvPr id="5" name="Picture 2" descr="http://guiadoestudante.abril.com.br/blogs/atualidades-vestibular/files/2013/06/BrasaoUFC_wikimediacommon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35350" y="5388319"/>
            <a:ext cx="868698" cy="142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547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Urbano</vt:lpstr>
      <vt:lpstr>Desenvolvimento de Software para Persistência  FastAPI</vt:lpstr>
      <vt:lpstr>Python - versões</vt:lpstr>
      <vt:lpstr>Gerenciadores de pacotes Python</vt:lpstr>
      <vt:lpstr>FastAPI</vt:lpstr>
      <vt:lpstr>FastAPI</vt:lpstr>
      <vt:lpstr>main.py</vt:lpstr>
      <vt:lpstr>FastAPI</vt:lpstr>
      <vt:lpstr>HTTP - Códigos de resposta</vt:lpstr>
      <vt:lpstr>HTTP - Códigos de resposta</vt:lpstr>
      <vt:lpstr>Códigos de resposta mais usados</vt:lpstr>
      <vt:lpstr>Uvicorn</vt:lpstr>
      <vt:lpstr>Ruff https://docs.astral.sh/ruff/ </vt:lpstr>
      <vt:lpstr>main2.py</vt:lpstr>
      <vt:lpstr>Pydantic</vt:lpstr>
      <vt:lpstr>main3.py</vt:lpstr>
      <vt:lpstr>main3.py (1/2)</vt:lpstr>
      <vt:lpstr>main3.py (2/2)</vt:lpstr>
      <vt:lpstr>Estruturas de dados em Python por eficiência</vt:lpstr>
      <vt:lpstr>Estruturas de dados em Python</vt:lpstr>
      <vt:lpstr>Estruturas de dados em Python</vt:lpstr>
      <vt:lpstr>Reflexões</vt:lpstr>
      <vt:lpstr>Níveis de logging do Python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Persistência  Persistência de Arquivos: texto, binário, CSV, propriedades.</dc:title>
  <dc:creator>regis</dc:creator>
  <cp:revision>1</cp:revision>
  <cp:lastPrinted>2007-10-29T18:43:58Z</cp:lastPrinted>
  <dcterms:created xsi:type="dcterms:W3CDTF">2007-08-05T21:05:55Z</dcterms:created>
  <dcterms:modified xsi:type="dcterms:W3CDTF">2024-12-10T03:48:11Z</dcterms:modified>
</cp:coreProperties>
</file>