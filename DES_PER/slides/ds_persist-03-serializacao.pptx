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6" r:id="rId1"/>
  </p:sldMasterIdLst>
  <p:notesMasterIdLst>
    <p:notesMasterId r:id="rId15"/>
  </p:notesMasterIdLst>
  <p:sldIdLst>
    <p:sldId id="256" r:id="rId2"/>
    <p:sldId id="261" r:id="rId3"/>
    <p:sldId id="262" r:id="rId4"/>
    <p:sldId id="266" r:id="rId5"/>
    <p:sldId id="274" r:id="rId6"/>
    <p:sldId id="267" r:id="rId7"/>
    <p:sldId id="272" r:id="rId8"/>
    <p:sldId id="273" r:id="rId9"/>
    <p:sldId id="271" r:id="rId10"/>
    <p:sldId id="270" r:id="rId11"/>
    <p:sldId id="268" r:id="rId12"/>
    <p:sldId id="259" r:id="rId13"/>
    <p:sldId id="257" r:id="rId14"/>
  </p:sldIdLst>
  <p:sldSz cx="9144000" cy="6858000" type="screen4x3"/>
  <p:notesSz cx="6854825" cy="9712325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+mn-ea"/>
        <a:cs typeface="Lucida Sans Unicode" pitchFamily="34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+mn-ea"/>
        <a:cs typeface="Lucida Sans Unicode" pitchFamily="34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+mn-ea"/>
        <a:cs typeface="Lucida Sans Unicode" pitchFamily="34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+mn-ea"/>
        <a:cs typeface="Lucida Sans Unicode" pitchFamily="34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+mn-ea"/>
        <a:cs typeface="Lucida Sans Unicode" pitchFamily="34" charset="0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+mn-ea"/>
        <a:cs typeface="Lucida Sans Unicode" pitchFamily="34" charset="0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+mn-ea"/>
        <a:cs typeface="Lucida Sans Unicode" pitchFamily="34" charset="0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+mn-ea"/>
        <a:cs typeface="Lucida Sans Unicode" pitchFamily="34" charset="0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+mn-ea"/>
        <a:cs typeface="Lucida Sans Unicode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4" autoAdjust="0"/>
    <p:restoredTop sz="94660"/>
  </p:normalViewPr>
  <p:slideViewPr>
    <p:cSldViewPr showGuides="1">
      <p:cViewPr varScale="1">
        <p:scale>
          <a:sx n="87" d="100"/>
          <a:sy n="87" d="100"/>
        </p:scale>
        <p:origin x="1334" y="6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gis Magalhaes" userId="fc3f9ca8-19b2-4bd7-be71-6298b07fdfb6" providerId="ADAL" clId="{83D07EDA-B27E-4ACC-AFBC-137A2C5C9338}"/>
    <pc:docChg chg="custSel addSld delSld modSld">
      <pc:chgData name="Regis Magalhaes" userId="fc3f9ca8-19b2-4bd7-be71-6298b07fdfb6" providerId="ADAL" clId="{83D07EDA-B27E-4ACC-AFBC-137A2C5C9338}" dt="2024-11-16T18:58:17.041" v="239" actId="47"/>
      <pc:docMkLst>
        <pc:docMk/>
      </pc:docMkLst>
      <pc:sldChg chg="modSp mod">
        <pc:chgData name="Regis Magalhaes" userId="fc3f9ca8-19b2-4bd7-be71-6298b07fdfb6" providerId="ADAL" clId="{83D07EDA-B27E-4ACC-AFBC-137A2C5C9338}" dt="2024-10-29T04:58:44.025" v="1" actId="1035"/>
        <pc:sldMkLst>
          <pc:docMk/>
          <pc:sldMk cId="0" sldId="256"/>
        </pc:sldMkLst>
        <pc:spChg chg="mod">
          <ac:chgData name="Regis Magalhaes" userId="fc3f9ca8-19b2-4bd7-be71-6298b07fdfb6" providerId="ADAL" clId="{83D07EDA-B27E-4ACC-AFBC-137A2C5C9338}" dt="2024-10-29T04:58:44.025" v="1" actId="1035"/>
          <ac:spMkLst>
            <pc:docMk/>
            <pc:sldMk cId="0" sldId="256"/>
            <ac:spMk id="6146" creationId="{00000000-0000-0000-0000-000000000000}"/>
          </ac:spMkLst>
        </pc:spChg>
      </pc:sldChg>
      <pc:sldChg chg="modSp mod">
        <pc:chgData name="Regis Magalhaes" userId="fc3f9ca8-19b2-4bd7-be71-6298b07fdfb6" providerId="ADAL" clId="{83D07EDA-B27E-4ACC-AFBC-137A2C5C9338}" dt="2024-11-12T03:30:56.276" v="13" actId="20577"/>
        <pc:sldMkLst>
          <pc:docMk/>
          <pc:sldMk cId="141579410" sldId="259"/>
        </pc:sldMkLst>
        <pc:spChg chg="mod">
          <ac:chgData name="Regis Magalhaes" userId="fc3f9ca8-19b2-4bd7-be71-6298b07fdfb6" providerId="ADAL" clId="{83D07EDA-B27E-4ACC-AFBC-137A2C5C9338}" dt="2024-11-12T03:30:56.276" v="13" actId="20577"/>
          <ac:spMkLst>
            <pc:docMk/>
            <pc:sldMk cId="141579410" sldId="259"/>
            <ac:spMk id="3" creationId="{00000000-0000-0000-0000-000000000000}"/>
          </ac:spMkLst>
        </pc:spChg>
      </pc:sldChg>
      <pc:sldChg chg="del">
        <pc:chgData name="Regis Magalhaes" userId="fc3f9ca8-19b2-4bd7-be71-6298b07fdfb6" providerId="ADAL" clId="{83D07EDA-B27E-4ACC-AFBC-137A2C5C9338}" dt="2024-11-12T03:29:54.708" v="10" actId="47"/>
        <pc:sldMkLst>
          <pc:docMk/>
          <pc:sldMk cId="4110538886" sldId="263"/>
        </pc:sldMkLst>
      </pc:sldChg>
      <pc:sldChg chg="del">
        <pc:chgData name="Regis Magalhaes" userId="fc3f9ca8-19b2-4bd7-be71-6298b07fdfb6" providerId="ADAL" clId="{83D07EDA-B27E-4ACC-AFBC-137A2C5C9338}" dt="2024-11-12T03:30:13.327" v="11" actId="47"/>
        <pc:sldMkLst>
          <pc:docMk/>
          <pc:sldMk cId="2021742896" sldId="264"/>
        </pc:sldMkLst>
      </pc:sldChg>
      <pc:sldChg chg="del">
        <pc:chgData name="Regis Magalhaes" userId="fc3f9ca8-19b2-4bd7-be71-6298b07fdfb6" providerId="ADAL" clId="{83D07EDA-B27E-4ACC-AFBC-137A2C5C9338}" dt="2024-11-12T03:30:38.180" v="12" actId="47"/>
        <pc:sldMkLst>
          <pc:docMk/>
          <pc:sldMk cId="2194664041" sldId="265"/>
        </pc:sldMkLst>
      </pc:sldChg>
      <pc:sldChg chg="modSp mod">
        <pc:chgData name="Regis Magalhaes" userId="fc3f9ca8-19b2-4bd7-be71-6298b07fdfb6" providerId="ADAL" clId="{83D07EDA-B27E-4ACC-AFBC-137A2C5C9338}" dt="2024-11-12T12:08:46.597" v="214" actId="20577"/>
        <pc:sldMkLst>
          <pc:docMk/>
          <pc:sldMk cId="4072945825" sldId="266"/>
        </pc:sldMkLst>
        <pc:spChg chg="mod">
          <ac:chgData name="Regis Magalhaes" userId="fc3f9ca8-19b2-4bd7-be71-6298b07fdfb6" providerId="ADAL" clId="{83D07EDA-B27E-4ACC-AFBC-137A2C5C9338}" dt="2024-11-12T12:08:46.597" v="214" actId="20577"/>
          <ac:spMkLst>
            <pc:docMk/>
            <pc:sldMk cId="4072945825" sldId="266"/>
            <ac:spMk id="3" creationId="{00000000-0000-0000-0000-000000000000}"/>
          </ac:spMkLst>
        </pc:spChg>
      </pc:sldChg>
      <pc:sldChg chg="modSp mod">
        <pc:chgData name="Regis Magalhaes" userId="fc3f9ca8-19b2-4bd7-be71-6298b07fdfb6" providerId="ADAL" clId="{83D07EDA-B27E-4ACC-AFBC-137A2C5C9338}" dt="2024-11-12T04:23:28.637" v="149" actId="20577"/>
        <pc:sldMkLst>
          <pc:docMk/>
          <pc:sldMk cId="1074176990" sldId="267"/>
        </pc:sldMkLst>
        <pc:spChg chg="mod">
          <ac:chgData name="Regis Magalhaes" userId="fc3f9ca8-19b2-4bd7-be71-6298b07fdfb6" providerId="ADAL" clId="{83D07EDA-B27E-4ACC-AFBC-137A2C5C9338}" dt="2024-11-12T04:23:28.637" v="149" actId="20577"/>
          <ac:spMkLst>
            <pc:docMk/>
            <pc:sldMk cId="1074176990" sldId="267"/>
            <ac:spMk id="2" creationId="{CFD48D38-521E-4FA0-97E2-93E244E41E6A}"/>
          </ac:spMkLst>
        </pc:spChg>
        <pc:spChg chg="mod">
          <ac:chgData name="Regis Magalhaes" userId="fc3f9ca8-19b2-4bd7-be71-6298b07fdfb6" providerId="ADAL" clId="{83D07EDA-B27E-4ACC-AFBC-137A2C5C9338}" dt="2024-11-12T03:29:23.954" v="6" actId="208"/>
          <ac:spMkLst>
            <pc:docMk/>
            <pc:sldMk cId="1074176990" sldId="267"/>
            <ac:spMk id="4" creationId="{4DB33DC3-B615-464A-AB5B-1D13AEF6AE9D}"/>
          </ac:spMkLst>
        </pc:spChg>
      </pc:sldChg>
      <pc:sldChg chg="addSp modSp new del mod">
        <pc:chgData name="Regis Magalhaes" userId="fc3f9ca8-19b2-4bd7-be71-6298b07fdfb6" providerId="ADAL" clId="{83D07EDA-B27E-4ACC-AFBC-137A2C5C9338}" dt="2024-11-16T18:58:17.041" v="239" actId="47"/>
        <pc:sldMkLst>
          <pc:docMk/>
          <pc:sldMk cId="933519942" sldId="269"/>
        </pc:sldMkLst>
        <pc:spChg chg="mod">
          <ac:chgData name="Regis Magalhaes" userId="fc3f9ca8-19b2-4bd7-be71-6298b07fdfb6" providerId="ADAL" clId="{83D07EDA-B27E-4ACC-AFBC-137A2C5C9338}" dt="2024-11-12T04:18:32.763" v="114" actId="20577"/>
          <ac:spMkLst>
            <pc:docMk/>
            <pc:sldMk cId="933519942" sldId="269"/>
            <ac:spMk id="2" creationId="{FCE8A10A-51A6-E012-B454-E4D9AFFC4747}"/>
          </ac:spMkLst>
        </pc:spChg>
        <pc:spChg chg="add mod">
          <ac:chgData name="Regis Magalhaes" userId="fc3f9ca8-19b2-4bd7-be71-6298b07fdfb6" providerId="ADAL" clId="{83D07EDA-B27E-4ACC-AFBC-137A2C5C9338}" dt="2024-11-12T04:17:51.107" v="107" actId="208"/>
          <ac:spMkLst>
            <pc:docMk/>
            <pc:sldMk cId="933519942" sldId="269"/>
            <ac:spMk id="4" creationId="{8C71D6F4-D1DD-89AD-9AF1-46B9F863955B}"/>
          </ac:spMkLst>
        </pc:spChg>
      </pc:sldChg>
      <pc:sldChg chg="addSp modSp new mod chgLayout">
        <pc:chgData name="Regis Magalhaes" userId="fc3f9ca8-19b2-4bd7-be71-6298b07fdfb6" providerId="ADAL" clId="{83D07EDA-B27E-4ACC-AFBC-137A2C5C9338}" dt="2024-11-12T04:18:40.200" v="119" actId="20577"/>
        <pc:sldMkLst>
          <pc:docMk/>
          <pc:sldMk cId="624509704" sldId="270"/>
        </pc:sldMkLst>
        <pc:spChg chg="mod ord">
          <ac:chgData name="Regis Magalhaes" userId="fc3f9ca8-19b2-4bd7-be71-6298b07fdfb6" providerId="ADAL" clId="{83D07EDA-B27E-4ACC-AFBC-137A2C5C9338}" dt="2024-11-12T04:18:40.200" v="119" actId="20577"/>
          <ac:spMkLst>
            <pc:docMk/>
            <pc:sldMk cId="624509704" sldId="270"/>
            <ac:spMk id="2" creationId="{9AD879B6-F575-0435-640B-A9BA84027932}"/>
          </ac:spMkLst>
        </pc:spChg>
        <pc:spChg chg="add mod">
          <ac:chgData name="Regis Magalhaes" userId="fc3f9ca8-19b2-4bd7-be71-6298b07fdfb6" providerId="ADAL" clId="{83D07EDA-B27E-4ACC-AFBC-137A2C5C9338}" dt="2024-11-12T04:16:09.650" v="79" actId="20577"/>
          <ac:spMkLst>
            <pc:docMk/>
            <pc:sldMk cId="624509704" sldId="270"/>
            <ac:spMk id="4" creationId="{BA7B03E2-6B66-F67C-BCBC-32E9718398A2}"/>
          </ac:spMkLst>
        </pc:spChg>
      </pc:sldChg>
      <pc:sldChg chg="add">
        <pc:chgData name="Regis Magalhaes" userId="fc3f9ca8-19b2-4bd7-be71-6298b07fdfb6" providerId="ADAL" clId="{83D07EDA-B27E-4ACC-AFBC-137A2C5C9338}" dt="2024-11-12T04:23:49.060" v="150"/>
        <pc:sldMkLst>
          <pc:docMk/>
          <pc:sldMk cId="1084916189" sldId="271"/>
        </pc:sldMkLst>
      </pc:sldChg>
      <pc:sldChg chg="modSp add mod">
        <pc:chgData name="Regis Magalhaes" userId="fc3f9ca8-19b2-4bd7-be71-6298b07fdfb6" providerId="ADAL" clId="{83D07EDA-B27E-4ACC-AFBC-137A2C5C9338}" dt="2024-11-12T04:32:46.666" v="206" actId="1037"/>
        <pc:sldMkLst>
          <pc:docMk/>
          <pc:sldMk cId="2117518999" sldId="272"/>
        </pc:sldMkLst>
        <pc:spChg chg="mod">
          <ac:chgData name="Regis Magalhaes" userId="fc3f9ca8-19b2-4bd7-be71-6298b07fdfb6" providerId="ADAL" clId="{83D07EDA-B27E-4ACC-AFBC-137A2C5C9338}" dt="2024-11-12T04:29:19.978" v="167" actId="20577"/>
          <ac:spMkLst>
            <pc:docMk/>
            <pc:sldMk cId="2117518999" sldId="272"/>
            <ac:spMk id="2" creationId="{53B525CC-7BD9-5F77-852B-60C75B29B5E9}"/>
          </ac:spMkLst>
        </pc:spChg>
        <pc:spChg chg="mod">
          <ac:chgData name="Regis Magalhaes" userId="fc3f9ca8-19b2-4bd7-be71-6298b07fdfb6" providerId="ADAL" clId="{83D07EDA-B27E-4ACC-AFBC-137A2C5C9338}" dt="2024-11-12T04:32:46.666" v="206" actId="1037"/>
          <ac:spMkLst>
            <pc:docMk/>
            <pc:sldMk cId="2117518999" sldId="272"/>
            <ac:spMk id="4" creationId="{A02644CE-A780-FC28-8AE6-75E998737D5C}"/>
          </ac:spMkLst>
        </pc:spChg>
      </pc:sldChg>
      <pc:sldChg chg="modSp add mod">
        <pc:chgData name="Regis Magalhaes" userId="fc3f9ca8-19b2-4bd7-be71-6298b07fdfb6" providerId="ADAL" clId="{83D07EDA-B27E-4ACC-AFBC-137A2C5C9338}" dt="2024-11-12T04:33:30.590" v="213" actId="403"/>
        <pc:sldMkLst>
          <pc:docMk/>
          <pc:sldMk cId="3150588032" sldId="273"/>
        </pc:sldMkLst>
        <pc:spChg chg="mod">
          <ac:chgData name="Regis Magalhaes" userId="fc3f9ca8-19b2-4bd7-be71-6298b07fdfb6" providerId="ADAL" clId="{83D07EDA-B27E-4ACC-AFBC-137A2C5C9338}" dt="2024-11-12T04:30:04.476" v="192" actId="20577"/>
          <ac:spMkLst>
            <pc:docMk/>
            <pc:sldMk cId="3150588032" sldId="273"/>
            <ac:spMk id="2" creationId="{07F71D6F-3095-5905-E040-F1096587CF43}"/>
          </ac:spMkLst>
        </pc:spChg>
        <pc:spChg chg="mod">
          <ac:chgData name="Regis Magalhaes" userId="fc3f9ca8-19b2-4bd7-be71-6298b07fdfb6" providerId="ADAL" clId="{83D07EDA-B27E-4ACC-AFBC-137A2C5C9338}" dt="2024-11-12T04:33:30.590" v="213" actId="403"/>
          <ac:spMkLst>
            <pc:docMk/>
            <pc:sldMk cId="3150588032" sldId="273"/>
            <ac:spMk id="4" creationId="{4436FF6E-9DF2-323E-7C49-18C02A135861}"/>
          </ac:spMkLst>
        </pc:spChg>
      </pc:sldChg>
      <pc:sldChg chg="addSp delSp modSp new mod">
        <pc:chgData name="Regis Magalhaes" userId="fc3f9ca8-19b2-4bd7-be71-6298b07fdfb6" providerId="ADAL" clId="{83D07EDA-B27E-4ACC-AFBC-137A2C5C9338}" dt="2024-11-12T15:55:27.116" v="238" actId="20577"/>
        <pc:sldMkLst>
          <pc:docMk/>
          <pc:sldMk cId="2992255798" sldId="274"/>
        </pc:sldMkLst>
        <pc:spChg chg="mod">
          <ac:chgData name="Regis Magalhaes" userId="fc3f9ca8-19b2-4bd7-be71-6298b07fdfb6" providerId="ADAL" clId="{83D07EDA-B27E-4ACC-AFBC-137A2C5C9338}" dt="2024-11-12T15:54:23.804" v="231" actId="20577"/>
          <ac:spMkLst>
            <pc:docMk/>
            <pc:sldMk cId="2992255798" sldId="274"/>
            <ac:spMk id="2" creationId="{1036CBC3-3A61-FE71-BDAF-74AF149D51FA}"/>
          </ac:spMkLst>
        </pc:spChg>
        <pc:spChg chg="add del mod">
          <ac:chgData name="Regis Magalhaes" userId="fc3f9ca8-19b2-4bd7-be71-6298b07fdfb6" providerId="ADAL" clId="{83D07EDA-B27E-4ACC-AFBC-137A2C5C9338}" dt="2024-11-12T15:55:27.116" v="238" actId="20577"/>
          <ac:spMkLst>
            <pc:docMk/>
            <pc:sldMk cId="2992255798" sldId="274"/>
            <ac:spMk id="3" creationId="{7A44BEFB-1EE0-23DA-B167-C0FEBC820CCD}"/>
          </ac:spMkLst>
        </pc:spChg>
        <pc:spChg chg="add mod">
          <ac:chgData name="Regis Magalhaes" userId="fc3f9ca8-19b2-4bd7-be71-6298b07fdfb6" providerId="ADAL" clId="{83D07EDA-B27E-4ACC-AFBC-137A2C5C9338}" dt="2024-11-12T15:54:48.270" v="233"/>
          <ac:spMkLst>
            <pc:docMk/>
            <pc:sldMk cId="2992255798" sldId="274"/>
            <ac:spMk id="4" creationId="{23D11997-AAA0-CF86-5ED6-51F214D116B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03300" y="738188"/>
            <a:ext cx="4845050" cy="364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3074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613275"/>
            <a:ext cx="5481638" cy="4368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noProof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73388" cy="4841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DejaVu Sans" charset="0"/>
                <a:ea typeface="+mn-ea"/>
                <a:cs typeface="Lucida Sans Unicode" pitchFamily="32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3879850" y="0"/>
            <a:ext cx="2973388" cy="4841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DejaVu Sans" charset="0"/>
                <a:ea typeface="+mn-ea"/>
                <a:cs typeface="Lucida Sans Unicode" pitchFamily="32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9226550"/>
            <a:ext cx="2973388" cy="4841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DejaVu Sans" charset="0"/>
                <a:ea typeface="+mn-ea"/>
                <a:cs typeface="Lucida Sans Unicode" pitchFamily="32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3879850" y="9226550"/>
            <a:ext cx="2973388" cy="4841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DejaVu Sans" charset="0"/>
                <a:ea typeface="+mn-ea"/>
                <a:cs typeface="Lucida Sans Unicode" pitchFamily="32" charset="0"/>
              </a:defRPr>
            </a:lvl1pPr>
          </a:lstStyle>
          <a:p>
            <a:pPr>
              <a:defRPr/>
            </a:pPr>
            <a:fld id="{F66FD9C6-3C6C-418B-B5BF-3A7E75178E9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61185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cs typeface="Lucida Sans Unicode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cs typeface="Lucida Sans Unicode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cs typeface="Lucida Sans Unicode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cs typeface="Lucida Sans Unicode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cs typeface="Lucida Sans Unicode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cs typeface="Lucida Sans Unicode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cs typeface="Lucida Sans Unicode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cs typeface="Lucida Sans Unicode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cs typeface="Lucida Sans Unicode" pitchFamily="34" charset="0"/>
              </a:defRPr>
            </a:lvl9pPr>
          </a:lstStyle>
          <a:p>
            <a:pPr eaLnBrk="1" hangingPunct="1">
              <a:buFont typeface="Times New Roman" pitchFamily="18" charset="0"/>
              <a:buNone/>
            </a:pPr>
            <a:fld id="{1874C7B7-EDE7-4DAB-B293-1D4963516FA0}" type="slidenum">
              <a:rPr lang="pt-BR" sz="1400" smtClean="0">
                <a:solidFill>
                  <a:srgbClr val="000000"/>
                </a:solidFill>
                <a:latin typeface="DejaVu Sans" pitchFamily="34" charset="0"/>
              </a:rPr>
              <a:pPr eaLnBrk="1" hangingPunct="1">
                <a:buFont typeface="Times New Roman" pitchFamily="18" charset="0"/>
                <a:buNone/>
              </a:pPr>
              <a:t>1</a:t>
            </a:fld>
            <a:endParaRPr lang="pt-BR" sz="1400">
              <a:solidFill>
                <a:srgbClr val="000000"/>
              </a:solidFill>
              <a:latin typeface="DejaVu Sans" pitchFamily="34" charset="0"/>
            </a:endParaRPr>
          </a:p>
        </p:txBody>
      </p:sp>
      <p:sp>
        <p:nvSpPr>
          <p:cNvPr id="41987" name="Text Box 1"/>
          <p:cNvSpPr txBox="1">
            <a:spLocks noChangeArrowheads="1"/>
          </p:cNvSpPr>
          <p:nvPr/>
        </p:nvSpPr>
        <p:spPr bwMode="auto">
          <a:xfrm>
            <a:off x="2141538" y="738188"/>
            <a:ext cx="2570162" cy="36417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/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613275"/>
            <a:ext cx="5483225" cy="4370388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 flipV="1">
            <a:off x="5410200" y="3810000"/>
            <a:ext cx="3733800" cy="904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5" name="Retângulo 4"/>
          <p:cNvSpPr/>
          <p:nvPr/>
        </p:nvSpPr>
        <p:spPr>
          <a:xfrm flipV="1">
            <a:off x="5410200" y="3897313"/>
            <a:ext cx="3733800" cy="19208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 flipV="1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7" name="Retângulo 6"/>
          <p:cNvSpPr/>
          <p:nvPr/>
        </p:nvSpPr>
        <p:spPr>
          <a:xfrm flipV="1">
            <a:off x="5410200" y="4164013"/>
            <a:ext cx="1965325" cy="1905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10" name="Retângulo 9"/>
          <p:cNvSpPr/>
          <p:nvPr/>
        </p:nvSpPr>
        <p:spPr>
          <a:xfrm flipV="1">
            <a:off x="5410200" y="4198938"/>
            <a:ext cx="1965325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 useBgFill="1">
        <p:nvSpPr>
          <p:cNvPr id="11" name="Retângulo de cantos arredondados 10"/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 useBgFill="1">
        <p:nvSpPr>
          <p:cNvPr id="12" name="Retângulo de cantos arredondados 11"/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13" name="Retângulo 12"/>
          <p:cNvSpPr/>
          <p:nvPr/>
        </p:nvSpPr>
        <p:spPr>
          <a:xfrm>
            <a:off x="0" y="3649663"/>
            <a:ext cx="9144000" cy="2444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14" name="Retângulo 13"/>
          <p:cNvSpPr/>
          <p:nvPr/>
        </p:nvSpPr>
        <p:spPr>
          <a:xfrm>
            <a:off x="0" y="3675063"/>
            <a:ext cx="9144000" cy="1412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15" name="Retângulo 14"/>
          <p:cNvSpPr/>
          <p:nvPr/>
        </p:nvSpPr>
        <p:spPr>
          <a:xfrm flipV="1">
            <a:off x="6413500" y="3643313"/>
            <a:ext cx="2730500" cy="2476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16" name="Retângulo 15"/>
          <p:cNvSpPr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17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6705600" y="4206875"/>
            <a:ext cx="9604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8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320088" y="1588"/>
            <a:ext cx="747712" cy="365125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B22CBFCA-9F5F-4501-A030-3A5BD8EB00C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747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1066800"/>
          </a:xfrm>
        </p:spPr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27176"/>
            <a:ext cx="8229600" cy="432435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4AE215-891F-4E87-8787-E03AF180FB9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4777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4DED2B-6322-4D65-A5DF-98095B29288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8065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5DD93D-F13B-4E52-BD6D-384819C10ED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2470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4102FBA-1590-4BCE-B7E9-96AAD020941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9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7863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3E26DC-C57D-4B91-9529-431D57B06AF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779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5E4D4-45EC-4CFE-BA0B-C2119A9CA17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670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54AF4A-7D5E-4E4D-8248-66997435BA2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461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B77EF-0B96-453E-A645-B37DB84DC3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2629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5F1418-BD62-43C3-AC6A-BFD9FE78DE3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735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32F885-6C02-40B4-A807-2EF6AFBB225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2732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29" name="Retângulo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30" name="Retângulo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31" name="Retângulo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32" name="Retângulo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35" name="Retângulo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38" name="Retângulo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39" name="Retângulo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40" name="Retângulo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 dirty="0"/>
          </a:p>
        </p:txBody>
      </p:sp>
      <p:sp>
        <p:nvSpPr>
          <p:cNvPr id="1039" name="Espaço Reservado para Título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1040" name="Espaço Reservado para Texto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 kumimoji="0" sz="800">
                <a:solidFill>
                  <a:schemeClr val="accent2"/>
                </a:solidFill>
                <a:latin typeface="Times New Roman" pitchFamily="16" charset="0"/>
                <a:ea typeface="+mn-ea"/>
                <a:cs typeface="Lucida Sans Unicode" pitchFamily="32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 kumimoji="0" sz="800">
                <a:solidFill>
                  <a:schemeClr val="accent2"/>
                </a:solidFill>
                <a:latin typeface="Times New Roman" pitchFamily="16" charset="0"/>
                <a:ea typeface="+mn-ea"/>
                <a:cs typeface="Lucida Sans Unicode" pitchFamily="32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 kumimoji="0" sz="1800">
                <a:solidFill>
                  <a:srgbClr val="FFFFFF"/>
                </a:solidFill>
                <a:latin typeface="Times New Roman" pitchFamily="16" charset="0"/>
                <a:ea typeface="+mn-ea"/>
                <a:cs typeface="Lucida Sans Unicode" pitchFamily="32" charset="0"/>
              </a:defRPr>
            </a:lvl1pPr>
          </a:lstStyle>
          <a:p>
            <a:pPr>
              <a:defRPr/>
            </a:pPr>
            <a:fld id="{2FBD02FE-04B0-47BD-B00E-9BC12D04DDA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895" r:id="rId2"/>
    <p:sldLayoutId id="2147483896" r:id="rId3"/>
    <p:sldLayoutId id="2147483897" r:id="rId4"/>
    <p:sldLayoutId id="2147483904" r:id="rId5"/>
    <p:sldLayoutId id="2147483905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7225" indent="-24606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itchFamily="18" charset="0"/>
        <a:buChar char="▫"/>
        <a:defRPr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2338" indent="-21907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13" indent="-20002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▫"/>
        <a:defRPr sz="2000" kern="1200">
          <a:solidFill>
            <a:srgbClr val="A04DA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ctrTitle"/>
          </p:nvPr>
        </p:nvSpPr>
        <p:spPr>
          <a:xfrm>
            <a:off x="323528" y="692696"/>
            <a:ext cx="8458200" cy="2808312"/>
          </a:xfrm>
        </p:spPr>
        <p:txBody>
          <a:bodyPr lIns="90000" tIns="85608" rIns="90000" bIns="46800"/>
          <a:lstStyle/>
          <a:p>
            <a:pPr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pt-BR" sz="4800" dirty="0"/>
              <a:t>Desenvolvimento de Software para Persistência</a:t>
            </a:r>
            <a:br>
              <a:rPr lang="pt-BR" sz="4800" dirty="0"/>
            </a:br>
            <a:br>
              <a:rPr lang="pt-BR" dirty="0"/>
            </a:br>
            <a:r>
              <a:rPr lang="pt-BR" sz="4000" dirty="0"/>
              <a:t>Serialização de Objetos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85192" y="5700138"/>
            <a:ext cx="7211144" cy="1041230"/>
          </a:xfrm>
        </p:spPr>
        <p:txBody>
          <a:bodyPr lIns="90000" tIns="78552" rIns="90000" bIns="46800">
            <a:normAutofit/>
          </a:bodyPr>
          <a:lstStyle/>
          <a:p>
            <a:pPr marL="0" indent="0" eaLnBrk="1" fontAlgn="auto" hangingPunct="1">
              <a:spcBef>
                <a:spcPts val="700"/>
              </a:spcBef>
              <a:spcAft>
                <a:spcPts val="300"/>
              </a:spcAft>
              <a:buClr>
                <a:schemeClr val="accent3"/>
              </a:buClr>
              <a:buFont typeface="Georgia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/>
            </a:pPr>
            <a:r>
              <a:rPr lang="en-GB" dirty="0" err="1"/>
              <a:t>Prof.</a:t>
            </a:r>
            <a:r>
              <a:rPr lang="en-GB" dirty="0"/>
              <a:t> Regis </a:t>
            </a:r>
            <a:r>
              <a:rPr lang="en-GB" dirty="0" err="1"/>
              <a:t>Pires</a:t>
            </a:r>
            <a:r>
              <a:rPr lang="en-GB" dirty="0"/>
              <a:t> </a:t>
            </a:r>
            <a:r>
              <a:rPr lang="en-GB" dirty="0" err="1"/>
              <a:t>Magalhães</a:t>
            </a:r>
            <a:endParaRPr lang="en-GB" dirty="0"/>
          </a:p>
          <a:p>
            <a:pPr marL="0" indent="0" eaLnBrk="1" fontAlgn="auto" hangingPunct="1">
              <a:spcBef>
                <a:spcPts val="450"/>
              </a:spcBef>
              <a:spcAft>
                <a:spcPts val="200"/>
              </a:spcAft>
              <a:buClr>
                <a:schemeClr val="accent3"/>
              </a:buClr>
              <a:buFont typeface="Georgia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/>
            </a:pPr>
            <a:r>
              <a:rPr lang="en-GB" dirty="0" err="1"/>
              <a:t>regismagalhaes@ufc.br</a:t>
            </a:r>
            <a:endParaRPr lang="en-GB" dirty="0"/>
          </a:p>
        </p:txBody>
      </p:sp>
      <p:pic>
        <p:nvPicPr>
          <p:cNvPr id="4" name="Picture 2" descr="http://guiadoestudante.abril.com.br/blogs/atualidades-vestibular/files/2013/06/BrasaoUFC_wikimediacommon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56376" y="5085184"/>
            <a:ext cx="957983" cy="157152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Serialização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Processo de capturar uma estrutura de dados de maneira a permitir que ela seja armazenada, transmitida e reconstruída novamente em uma estrutura de dados no futuro.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8053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Serialização x </a:t>
            </a:r>
            <a:r>
              <a:rPr lang="pt-BR" dirty="0" err="1"/>
              <a:t>Desserialização</a:t>
            </a:r>
            <a:endParaRPr lang="pt-B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69" y="1566873"/>
            <a:ext cx="7262091" cy="481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8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Serialização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Conversão de objeto para bytes.</a:t>
            </a:r>
          </a:p>
          <a:p>
            <a:r>
              <a:rPr lang="pt-BR" dirty="0" err="1"/>
              <a:t>Desserialização</a:t>
            </a:r>
            <a:r>
              <a:rPr lang="pt-BR" dirty="0"/>
              <a:t>:  conversão de bytes para objeto.</a:t>
            </a:r>
          </a:p>
        </p:txBody>
      </p:sp>
    </p:spTree>
    <p:extLst>
      <p:ext uri="{BB962C8B-B14F-4D97-AF65-F5344CB8AC3E}">
        <p14:creationId xmlns:p14="http://schemas.microsoft.com/office/powerpoint/2010/main" val="4072945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6CBC3-3A61-FE71-BDAF-74AF149D5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Pickle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44BEFB-1EE0-23DA-B167-C0FEBC820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Referência ao termo em inglês "</a:t>
            </a:r>
            <a:r>
              <a:rPr lang="pt-BR" dirty="0" err="1"/>
              <a:t>pickle</a:t>
            </a:r>
            <a:r>
              <a:rPr lang="pt-BR" dirty="0"/>
              <a:t>," que significa "conservar" ou "preservar" (como em conservas de alimentos, tipo picles). </a:t>
            </a:r>
          </a:p>
          <a:p>
            <a:r>
              <a:rPr lang="pt-BR" dirty="0"/>
              <a:t>No contexto do Python, o módulo </a:t>
            </a:r>
            <a:r>
              <a:rPr lang="pt-BR" dirty="0" err="1"/>
              <a:t>pickle</a:t>
            </a:r>
            <a:r>
              <a:rPr lang="pt-BR" dirty="0"/>
              <a:t> é usado para "preservar" objetos, ou seja, para serializar e </a:t>
            </a:r>
            <a:r>
              <a:rPr lang="pt-BR" dirty="0" err="1"/>
              <a:t>desserializar</a:t>
            </a:r>
            <a:r>
              <a:rPr lang="pt-BR" dirty="0"/>
              <a:t> objetos Python.</a:t>
            </a:r>
          </a:p>
        </p:txBody>
      </p:sp>
    </p:spTree>
    <p:extLst>
      <p:ext uri="{BB962C8B-B14F-4D97-AF65-F5344CB8AC3E}">
        <p14:creationId xmlns:p14="http://schemas.microsoft.com/office/powerpoint/2010/main" val="2992255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48D38-521E-4FA0-97E2-93E244E41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Usando </a:t>
            </a:r>
            <a:r>
              <a:rPr lang="pt-BR" dirty="0" err="1"/>
              <a:t>pickle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DB33DC3-B615-464A-AB5B-1D13AEF6AE9D}"/>
              </a:ext>
            </a:extLst>
          </p:cNvPr>
          <p:cNvSpPr txBox="1"/>
          <p:nvPr/>
        </p:nvSpPr>
        <p:spPr>
          <a:xfrm>
            <a:off x="468592" y="1700808"/>
            <a:ext cx="8423888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20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pt-B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pickle</a:t>
            </a:r>
            <a:endParaRPr lang="pt-BR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 = </a:t>
            </a:r>
            <a:r>
              <a:rPr lang="pt-BR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"Universidade Federal do Ceará"</a:t>
            </a:r>
          </a:p>
          <a:p>
            <a:endParaRPr lang="pt-BR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pt-B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pickle.dump</a:t>
            </a:r>
            <a:r>
              <a:rPr lang="pt-B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(a, </a:t>
            </a:r>
            <a:r>
              <a:rPr lang="pt-BR" sz="20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open</a:t>
            </a:r>
            <a:r>
              <a:rPr lang="pt-B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'teste.pk'</a:t>
            </a:r>
            <a:r>
              <a:rPr lang="pt-B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pt-BR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pt-BR" sz="20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wb</a:t>
            </a:r>
            <a:r>
              <a:rPr lang="pt-BR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pt-B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endParaRPr lang="pt-BR" sz="2000" b="0" dirty="0">
              <a:solidFill>
                <a:srgbClr val="A31515"/>
              </a:solidFill>
              <a:effectLst/>
              <a:latin typeface="Courier New" panose="02070309020205020404" pitchFamily="49" charset="0"/>
            </a:endParaRP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 = 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pickle.load</a:t>
            </a:r>
            <a:r>
              <a:rPr lang="pt-B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 </a:t>
            </a:r>
            <a:r>
              <a:rPr lang="pt-BR" sz="20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open</a:t>
            </a:r>
            <a:r>
              <a:rPr lang="pt-B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'teste.pk'</a:t>
            </a:r>
            <a:r>
              <a:rPr lang="pt-B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pt-BR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20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rb</a:t>
            </a:r>
            <a:r>
              <a:rPr lang="pt-BR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endParaRPr lang="pt-BR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176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9C982-E6B5-30C7-3A30-BC6C60C4A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525CC-7BD9-5F77-852B-60C75B29B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Serializar via </a:t>
            </a:r>
            <a:r>
              <a:rPr lang="pt-BR" dirty="0" err="1"/>
              <a:t>pickle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02644CE-A780-FC28-8AE6-75E998737D5C}"/>
              </a:ext>
            </a:extLst>
          </p:cNvPr>
          <p:cNvSpPr txBox="1"/>
          <p:nvPr/>
        </p:nvSpPr>
        <p:spPr>
          <a:xfrm>
            <a:off x="395536" y="1484784"/>
            <a:ext cx="8147248" cy="42473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18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pickle</a:t>
            </a:r>
            <a:endParaRPr lang="pt-BR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Item</a:t>
            </a:r>
            <a:endParaRPr lang="pt-BR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Exemplo de dados - lista de objetos Item</a:t>
            </a:r>
            <a:endParaRPr lang="pt-BR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itens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nome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"Produto A"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29.99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is_oferta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nome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"Produto B"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15.49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is_oferta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nome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"Produto C"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9.99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 </a:t>
            </a:r>
          </a:p>
          <a:p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Serializar para arquivo usando </a:t>
            </a:r>
            <a:r>
              <a:rPr lang="pt-BR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pickle</a:t>
            </a:r>
            <a:endParaRPr lang="pt-BR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itens.pkl</a:t>
            </a:r>
            <a:r>
              <a:rPr lang="pt-BR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wb</a:t>
            </a:r>
            <a:r>
              <a:rPr lang="pt-BR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pt-BR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pickle</a:t>
            </a:r>
            <a:r>
              <a:rPr lang="pt-BR" sz="1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dump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itens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"Dados serializados e salvos em '</a:t>
            </a:r>
            <a:r>
              <a:rPr lang="pt-BR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itens.pkl</a:t>
            </a:r>
            <a:r>
              <a:rPr lang="pt-BR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'."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17518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3BE95-7C00-2FAD-56EC-2C91150D1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F71D6F-3095-5905-E040-F1096587C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Desserializar</a:t>
            </a:r>
            <a:r>
              <a:rPr lang="pt-BR" dirty="0"/>
              <a:t> via </a:t>
            </a:r>
            <a:r>
              <a:rPr lang="pt-BR" dirty="0" err="1"/>
              <a:t>pickle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436FF6E-9DF2-323E-7C49-18C02A135861}"/>
              </a:ext>
            </a:extLst>
          </p:cNvPr>
          <p:cNvSpPr txBox="1"/>
          <p:nvPr/>
        </p:nvSpPr>
        <p:spPr>
          <a:xfrm>
            <a:off x="457200" y="1556792"/>
            <a:ext cx="8147248" cy="31700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b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pt-BR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Desserializar</a:t>
            </a:r>
            <a:r>
              <a:rPr lang="pt-BR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do arquivo usando </a:t>
            </a:r>
            <a:r>
              <a:rPr lang="pt-BR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pickle</a:t>
            </a:r>
            <a:endParaRPr lang="pt-BR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itens.pkl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rb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pt-BR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itens_desserializados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pickle.load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"Dados </a:t>
            </a:r>
            <a:r>
              <a:rPr lang="pt-BR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desserializados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do arquivo:"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itens_desserializados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pt-BR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588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E3054-C3FB-F814-6A91-216E2DA22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588817-E839-2DE0-2F56-3205F2C5E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Serializar JSON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D840A37-AF55-10FE-B094-0BE28DE1FAE5}"/>
              </a:ext>
            </a:extLst>
          </p:cNvPr>
          <p:cNvSpPr txBox="1"/>
          <p:nvPr/>
        </p:nvSpPr>
        <p:spPr>
          <a:xfrm>
            <a:off x="457200" y="1556792"/>
            <a:ext cx="8147248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18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</a:t>
            </a:r>
            <a:endParaRPr lang="pt-BR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Item</a:t>
            </a:r>
            <a:endParaRPr lang="pt-BR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Exemplo de dados - lista de objetos Item</a:t>
            </a:r>
            <a:endParaRPr lang="pt-BR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itens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nome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"Produto A"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29.99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is_oferta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nome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"Produto B"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15.49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is_oferta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nome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"Produto C"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9.99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 </a:t>
            </a:r>
          </a:p>
          <a:p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itens.json</a:t>
            </a:r>
            <a:r>
              <a:rPr lang="pt-BR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"w"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pt-BR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pt-BR" sz="1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dump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pt-BR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pt-BR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itens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pt-B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indent</a:t>
            </a:r>
            <a:r>
              <a:rPr lang="pt-B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"Dados serializados e salvos em '</a:t>
            </a:r>
            <a:r>
              <a:rPr lang="pt-BR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itens.json</a:t>
            </a:r>
            <a:r>
              <a:rPr lang="pt-BR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'."</a:t>
            </a:r>
            <a:r>
              <a:rPr lang="pt-B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84916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D879B6-F575-0435-640B-A9BA84027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620688"/>
            <a:ext cx="8229600" cy="1069848"/>
          </a:xfrm>
        </p:spPr>
        <p:txBody>
          <a:bodyPr/>
          <a:lstStyle/>
          <a:p>
            <a:r>
              <a:rPr lang="pt-BR" dirty="0" err="1"/>
              <a:t>Desserializar</a:t>
            </a:r>
            <a:r>
              <a:rPr lang="pt-BR" dirty="0"/>
              <a:t> JSON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A7B03E2-6B66-F67C-BCBC-32E9718398A2}"/>
              </a:ext>
            </a:extLst>
          </p:cNvPr>
          <p:cNvSpPr txBox="1"/>
          <p:nvPr/>
        </p:nvSpPr>
        <p:spPr>
          <a:xfrm>
            <a:off x="179512" y="1628800"/>
            <a:ext cx="8856984" cy="37856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20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</a:t>
            </a:r>
            <a:endParaRPr lang="pt-BR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Item</a:t>
            </a:r>
            <a:endParaRPr lang="pt-BR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itens.json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pt-BR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itens_desserializados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20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model_validate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pt-BR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pt-BR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pt-BR" sz="20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)]</a:t>
            </a:r>
          </a:p>
          <a:p>
            <a:b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"Dados </a:t>
            </a:r>
            <a:r>
              <a:rPr lang="pt-BR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desserializados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do arquivo:"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itens_desserializados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pt-BR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pt-BR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509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A313F0-F952-9FD7-57AF-68C11553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Google </a:t>
            </a:r>
            <a:r>
              <a:rPr lang="pt-BR" dirty="0" err="1"/>
              <a:t>Protocol</a:t>
            </a:r>
            <a:r>
              <a:rPr lang="pt-BR" dirty="0"/>
              <a:t> Buffers</a:t>
            </a:r>
            <a:br>
              <a:rPr lang="pt-BR" dirty="0"/>
            </a:br>
            <a:r>
              <a:rPr lang="pt-BR" sz="2800" dirty="0" err="1"/>
              <a:t>Protobuf</a:t>
            </a:r>
            <a:r>
              <a:rPr lang="pt-BR" sz="2800" dirty="0"/>
              <a:t> - Uma alternativa ao JSON e XML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CD8B12-454D-2947-41C3-2772BDF75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4970"/>
            <a:ext cx="8229600" cy="432435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pt-BR" sz="2400" b="1" dirty="0" err="1"/>
              <a:t>Protobuf</a:t>
            </a:r>
            <a:r>
              <a:rPr lang="pt-BR" sz="2400" dirty="0"/>
              <a:t> (sigla de </a:t>
            </a:r>
            <a:r>
              <a:rPr lang="pt-BR" sz="2400" b="1" i="1" dirty="0" err="1"/>
              <a:t>Protocol</a:t>
            </a:r>
            <a:r>
              <a:rPr lang="pt-BR" sz="2400" b="1" i="1" dirty="0"/>
              <a:t> buffers</a:t>
            </a:r>
            <a:r>
              <a:rPr lang="pt-BR" sz="2400" dirty="0"/>
              <a:t>) é um mecanismo criado e usado pelo Google para serializar dados estruturados.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pt-BR" sz="2400" dirty="0"/>
              <a:t>É independente de linguagem ou plataforma.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pt-BR" sz="2400" dirty="0"/>
              <a:t>É mais que um formato de mensagem, é também um conjunto de regras e ferramentas para definir e trocar essas mensagens.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pt-BR" sz="2400" dirty="0"/>
              <a:t>Possui mais tipos de dados que o JSON, como enumerações e métodos.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pt-BR" sz="2400" dirty="0"/>
              <a:t>É muito usado em </a:t>
            </a:r>
            <a:r>
              <a:rPr lang="pt-BR" sz="2400" dirty="0" err="1"/>
              <a:t>RPCs</a:t>
            </a:r>
            <a:r>
              <a:rPr lang="pt-BR" sz="2400" dirty="0"/>
              <a:t>(</a:t>
            </a:r>
            <a:r>
              <a:rPr lang="pt-BR" sz="2400" i="1" dirty="0"/>
              <a:t>Remote Procedure </a:t>
            </a:r>
            <a:r>
              <a:rPr lang="pt-BR" sz="2400" i="1" dirty="0" err="1"/>
              <a:t>Calls</a:t>
            </a:r>
            <a:r>
              <a:rPr lang="pt-BR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240729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727176"/>
            <a:ext cx="8784976" cy="4324350"/>
          </a:xfrm>
        </p:spPr>
        <p:txBody>
          <a:bodyPr/>
          <a:lstStyle/>
          <a:p>
            <a:r>
              <a:rPr lang="pt-BR" sz="2000" dirty="0" err="1"/>
              <a:t>Protobuf</a:t>
            </a:r>
            <a:r>
              <a:rPr lang="pt-BR" sz="2000" dirty="0"/>
              <a:t> — Uma alternativa ao JSON e XML</a:t>
            </a:r>
          </a:p>
          <a:p>
            <a:pPr lvl="1"/>
            <a:r>
              <a:rPr lang="pt-BR" sz="1800" dirty="0"/>
              <a:t>https://medium.com/trainingcenter/protobuf-uma-alternativa-ao-json-e-xml-a35c66edab4d  </a:t>
            </a:r>
          </a:p>
          <a:p>
            <a:endParaRPr lang="pt-BR" sz="2000" dirty="0"/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41579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m 13" descr="puzzle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92509" y="5373216"/>
            <a:ext cx="6035675" cy="136815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5000" rIns="90000" bIns="45000"/>
          <a:lstStyle/>
          <a:p>
            <a:pPr fontAlgn="auto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pt-BR" sz="3200" dirty="0">
                <a:solidFill>
                  <a:schemeClr val="tx1"/>
                </a:solidFill>
              </a:rPr>
              <a:t>Regis Pires Magalhães</a:t>
            </a:r>
          </a:p>
          <a:p>
            <a:pPr fontAlgn="auto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pt-BR" sz="2400" dirty="0">
                <a:solidFill>
                  <a:schemeClr val="tx1"/>
                </a:solidFill>
                <a:latin typeface="Consolas" pitchFamily="49" charset="0"/>
              </a:rPr>
              <a:t>regispires@lia.ufc.br</a:t>
            </a:r>
          </a:p>
          <a:p>
            <a:pPr fontAlgn="auto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pt-BR" sz="2400" dirty="0">
                <a:solidFill>
                  <a:schemeClr val="tx1"/>
                </a:solidFill>
                <a:latin typeface="Consolas" pitchFamily="49" charset="0"/>
              </a:rPr>
              <a:t>@</a:t>
            </a:r>
            <a:r>
              <a:rPr lang="pt-BR" sz="2400" dirty="0" err="1">
                <a:solidFill>
                  <a:schemeClr val="tx1"/>
                </a:solidFill>
                <a:latin typeface="Consolas" pitchFamily="49" charset="0"/>
              </a:rPr>
              <a:t>regispires</a:t>
            </a:r>
            <a:r>
              <a:rPr lang="pt-BR" sz="2400" dirty="0">
                <a:solidFill>
                  <a:schemeClr val="tx1"/>
                </a:solidFill>
                <a:latin typeface="Consolas" pitchFamily="49" charset="0"/>
              </a:rPr>
              <a:t> </a:t>
            </a:r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1873250" y="71438"/>
            <a:ext cx="7199313" cy="10715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3600" dirty="0">
                <a:solidFill>
                  <a:schemeClr val="tx1"/>
                </a:solidFill>
                <a:latin typeface="+mj-lt"/>
                <a:cs typeface="+mn-cs"/>
              </a:rPr>
              <a:t>Obrigado!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2800" dirty="0" err="1">
                <a:solidFill>
                  <a:schemeClr val="tx1"/>
                </a:solidFill>
                <a:latin typeface="+mj-lt"/>
                <a:cs typeface="+mn-cs"/>
              </a:rPr>
              <a:t>Dúvidas</a:t>
            </a:r>
            <a:r>
              <a:rPr lang="en-US" sz="2800" dirty="0">
                <a:solidFill>
                  <a:schemeClr val="tx1"/>
                </a:solidFill>
                <a:latin typeface="+mj-lt"/>
                <a:cs typeface="+mn-cs"/>
              </a:rPr>
              <a:t>, </a:t>
            </a:r>
            <a:r>
              <a:rPr lang="en-US" sz="2800" dirty="0" err="1">
                <a:solidFill>
                  <a:schemeClr val="tx1"/>
                </a:solidFill>
                <a:latin typeface="+mj-lt"/>
                <a:cs typeface="+mn-cs"/>
              </a:rPr>
              <a:t>comentários</a:t>
            </a:r>
            <a:r>
              <a:rPr lang="en-US" sz="2800" dirty="0">
                <a:solidFill>
                  <a:schemeClr val="tx1"/>
                </a:solidFill>
                <a:latin typeface="+mj-lt"/>
                <a:cs typeface="+mn-cs"/>
              </a:rPr>
              <a:t>, </a:t>
            </a:r>
            <a:r>
              <a:rPr lang="en-US" sz="2800" dirty="0" err="1">
                <a:solidFill>
                  <a:schemeClr val="tx1"/>
                </a:solidFill>
                <a:latin typeface="+mj-lt"/>
                <a:cs typeface="+mn-cs"/>
              </a:rPr>
              <a:t>sugestões</a:t>
            </a:r>
            <a:r>
              <a:rPr lang="en-US" sz="2800" dirty="0">
                <a:solidFill>
                  <a:schemeClr val="tx1"/>
                </a:solidFill>
                <a:latin typeface="+mj-lt"/>
                <a:cs typeface="+mn-cs"/>
              </a:rPr>
              <a:t>?</a:t>
            </a:r>
          </a:p>
        </p:txBody>
      </p:sp>
      <p:pic>
        <p:nvPicPr>
          <p:cNvPr id="5" name="Picture 2" descr="http://guiadoestudante.abril.com.br/blogs/atualidades-vestibular/files/2013/06/BrasaoUFC_wikimediacommon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35350" y="5388319"/>
            <a:ext cx="868698" cy="142505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05475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63342</TotalTime>
  <Words>660</Words>
  <Application>Microsoft Office PowerPoint</Application>
  <PresentationFormat>Apresentação na tela (4:3)</PresentationFormat>
  <Paragraphs>76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1" baseType="lpstr">
      <vt:lpstr>Consolas</vt:lpstr>
      <vt:lpstr>Courier New</vt:lpstr>
      <vt:lpstr>DejaVu Sans</vt:lpstr>
      <vt:lpstr>Georgia</vt:lpstr>
      <vt:lpstr>Times New Roman</vt:lpstr>
      <vt:lpstr>Trebuchet MS</vt:lpstr>
      <vt:lpstr>Wingdings 2</vt:lpstr>
      <vt:lpstr>Urbano</vt:lpstr>
      <vt:lpstr>Desenvolvimento de Software para Persistência  Serialização de Objetos</vt:lpstr>
      <vt:lpstr>Serialização </vt:lpstr>
      <vt:lpstr>Serialização x Desserialização</vt:lpstr>
      <vt:lpstr>Serialização</vt:lpstr>
      <vt:lpstr>Pickle</vt:lpstr>
      <vt:lpstr>Usando pickle</vt:lpstr>
      <vt:lpstr>Serializar via pickle</vt:lpstr>
      <vt:lpstr>Desserializar via pickle</vt:lpstr>
      <vt:lpstr>Serializar JSON</vt:lpstr>
      <vt:lpstr>Desserializar JSON</vt:lpstr>
      <vt:lpstr>Google Protocol Buffers Protobuf - Uma alternativa ao JSON e XML</vt:lpstr>
      <vt:lpstr>Referências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Software para Persistência  Serialização de Objetos</dc:title>
  <dc:creator>regis</dc:creator>
  <cp:lastModifiedBy>Regis Magalhaes</cp:lastModifiedBy>
  <cp:revision>397</cp:revision>
  <cp:lastPrinted>2007-10-29T18:43:58Z</cp:lastPrinted>
  <dcterms:created xsi:type="dcterms:W3CDTF">2007-08-05T21:05:55Z</dcterms:created>
  <dcterms:modified xsi:type="dcterms:W3CDTF">2024-12-01T19:22:05Z</dcterms:modified>
</cp:coreProperties>
</file>