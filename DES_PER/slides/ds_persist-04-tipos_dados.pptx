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media/image1.png" ContentType="image/png"/>
  <Override PartName="/ppt/media/image2.png" ContentType="image/png"/>
  <Override PartName="/ppt/media/image4.jpeg" ContentType="image/jpeg"/>
  <Override PartName="/ppt/media/image3.png" ContentType="image/png"/>
  <Override PartName="/ppt/media/image5.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pt-BR" sz="4000" spc="-1" strike="noStrike">
                <a:solidFill>
                  <a:srgbClr val="000000"/>
                </a:solidFill>
                <a:latin typeface="Georgia"/>
              </a:rPr>
              <a:t>Clique para mover o slide</a:t>
            </a:r>
            <a:endParaRPr b="0" lang="pt-BR" sz="4000" spc="-1" strike="noStrike">
              <a:solidFill>
                <a:srgbClr val="000000"/>
              </a:solidFill>
              <a:latin typeface="Georgia"/>
            </a:endParaRPr>
          </a:p>
        </p:txBody>
      </p:sp>
      <p:sp>
        <p:nvSpPr>
          <p:cNvPr id="175" name="PlaceHolder 2"/>
          <p:cNvSpPr>
            <a:spLocks noGrp="1"/>
          </p:cNvSpPr>
          <p:nvPr>
            <p:ph type="body"/>
          </p:nvPr>
        </p:nvSpPr>
        <p:spPr>
          <a:xfrm>
            <a:off x="756000" y="5078520"/>
            <a:ext cx="6047640" cy="4811040"/>
          </a:xfrm>
          <a:prstGeom prst="rect">
            <a:avLst/>
          </a:prstGeom>
        </p:spPr>
        <p:txBody>
          <a:bodyPr lIns="0" rIns="0" tIns="0" bIns="0">
            <a:noAutofit/>
          </a:bodyPr>
          <a:p>
            <a:r>
              <a:rPr b="0" lang="pt-BR" sz="2000" spc="-1" strike="noStrike">
                <a:latin typeface="Arial"/>
              </a:rPr>
              <a:t>Clique para editar o formato de notas</a:t>
            </a:r>
            <a:endParaRPr b="0" lang="pt-BR" sz="2000" spc="-1" strike="noStrike">
              <a:latin typeface="Arial"/>
            </a:endParaRPr>
          </a:p>
        </p:txBody>
      </p:sp>
      <p:sp>
        <p:nvSpPr>
          <p:cNvPr id="176" name="PlaceHolder 3"/>
          <p:cNvSpPr>
            <a:spLocks noGrp="1"/>
          </p:cNvSpPr>
          <p:nvPr>
            <p:ph type="hdr"/>
          </p:nvPr>
        </p:nvSpPr>
        <p:spPr>
          <a:xfrm>
            <a:off x="0" y="0"/>
            <a:ext cx="3280680" cy="534240"/>
          </a:xfrm>
          <a:prstGeom prst="rect">
            <a:avLst/>
          </a:prstGeom>
        </p:spPr>
        <p:txBody>
          <a:bodyPr lIns="0" rIns="0" tIns="0" bIns="0">
            <a:noAutofit/>
          </a:bodyPr>
          <a:p>
            <a:r>
              <a:rPr b="0" lang="pt-BR" sz="1400" spc="-1" strike="noStrike">
                <a:latin typeface="Times New Roman"/>
              </a:rPr>
              <a:t>&lt;cabeçalho&gt;</a:t>
            </a:r>
            <a:endParaRPr b="0" lang="pt-BR" sz="1400" spc="-1" strike="noStrike">
              <a:latin typeface="Times New Roman"/>
            </a:endParaRPr>
          </a:p>
        </p:txBody>
      </p:sp>
      <p:sp>
        <p:nvSpPr>
          <p:cNvPr id="177" name="PlaceHolder 4"/>
          <p:cNvSpPr>
            <a:spLocks noGrp="1"/>
          </p:cNvSpPr>
          <p:nvPr>
            <p:ph type="dt"/>
          </p:nvPr>
        </p:nvSpPr>
        <p:spPr>
          <a:xfrm>
            <a:off x="4278960" y="0"/>
            <a:ext cx="3280680" cy="534240"/>
          </a:xfrm>
          <a:prstGeom prst="rect">
            <a:avLst/>
          </a:prstGeom>
        </p:spPr>
        <p:txBody>
          <a:bodyPr lIns="0" rIns="0" tIns="0" bIns="0">
            <a:noAutofit/>
          </a:bodyPr>
          <a:p>
            <a:pPr algn="r"/>
            <a:r>
              <a:rPr b="0" lang="pt-BR" sz="1400" spc="-1" strike="noStrike">
                <a:latin typeface="Times New Roman"/>
              </a:rPr>
              <a:t>&lt;data/hora&gt;</a:t>
            </a:r>
            <a:endParaRPr b="0" lang="pt-BR" sz="1400" spc="-1" strike="noStrike">
              <a:latin typeface="Times New Roman"/>
            </a:endParaRPr>
          </a:p>
        </p:txBody>
      </p:sp>
      <p:sp>
        <p:nvSpPr>
          <p:cNvPr id="178" name="PlaceHolder 5"/>
          <p:cNvSpPr>
            <a:spLocks noGrp="1"/>
          </p:cNvSpPr>
          <p:nvPr>
            <p:ph type="ftr"/>
          </p:nvPr>
        </p:nvSpPr>
        <p:spPr>
          <a:xfrm>
            <a:off x="0" y="10157400"/>
            <a:ext cx="3280680" cy="534240"/>
          </a:xfrm>
          <a:prstGeom prst="rect">
            <a:avLst/>
          </a:prstGeom>
        </p:spPr>
        <p:txBody>
          <a:bodyPr lIns="0" rIns="0" tIns="0" bIns="0" anchor="b">
            <a:noAutofit/>
          </a:bodyPr>
          <a:p>
            <a:r>
              <a:rPr b="0" lang="pt-BR" sz="1400" spc="-1" strike="noStrike">
                <a:latin typeface="Times New Roman"/>
              </a:rPr>
              <a:t>&lt;rodapé&gt;</a:t>
            </a:r>
            <a:endParaRPr b="0" lang="pt-BR" sz="1400" spc="-1" strike="noStrike">
              <a:latin typeface="Times New Roman"/>
            </a:endParaRPr>
          </a:p>
        </p:txBody>
      </p:sp>
      <p:sp>
        <p:nvSpPr>
          <p:cNvPr id="179"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838B19C8-87FC-4EF8-8735-F1245B638B01}" type="slidenum">
              <a:rPr b="0" lang="pt-BR" sz="1400" spc="-1" strike="noStrike">
                <a:latin typeface="Times New Roman"/>
              </a:rPr>
              <a:t>&lt;número&gt;</a:t>
            </a:fld>
            <a:endParaRPr b="0" lang="pt-BR"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1143000" y="685800"/>
            <a:ext cx="4571640" cy="3428640"/>
          </a:xfrm>
          <a:prstGeom prst="rect">
            <a:avLst/>
          </a:prstGeom>
        </p:spPr>
      </p:sp>
      <p:sp>
        <p:nvSpPr>
          <p:cNvPr id="212" name="PlaceHolder 2"/>
          <p:cNvSpPr>
            <a:spLocks noGrp="1"/>
          </p:cNvSpPr>
          <p:nvPr>
            <p:ph type="body"/>
          </p:nvPr>
        </p:nvSpPr>
        <p:spPr>
          <a:xfrm>
            <a:off x="685800" y="4343400"/>
            <a:ext cx="5486040" cy="4114440"/>
          </a:xfrm>
          <a:prstGeom prst="rect">
            <a:avLst/>
          </a:prstGeom>
        </p:spPr>
        <p:txBody>
          <a:bodyPr>
            <a:noAutofit/>
          </a:bodyPr>
          <a:p>
            <a:pPr marL="216000" indent="-216000">
              <a:lnSpc>
                <a:spcPct val="100000"/>
              </a:lnSpc>
            </a:pPr>
            <a:r>
              <a:rPr b="0" i="1" lang="pt-BR" sz="2000" spc="-1" strike="noStrike">
                <a:latin typeface="Arial"/>
              </a:rPr>
              <a:t>Semantic Web Data Mashup (SWDM)</a:t>
            </a:r>
            <a:r>
              <a:rPr b="0" lang="pt-BR" sz="2000" spc="-1" strike="noStrike">
                <a:latin typeface="Arial"/>
              </a:rPr>
              <a:t>: Um </a:t>
            </a:r>
            <a:r>
              <a:rPr b="0" i="1" lang="pt-BR" sz="2000" spc="-1" strike="noStrike">
                <a:latin typeface="Arial"/>
              </a:rPr>
              <a:t>Framework</a:t>
            </a:r>
            <a:r>
              <a:rPr b="0" lang="pt-BR" sz="2000" spc="-1" strike="noStrike">
                <a:latin typeface="Arial"/>
              </a:rPr>
              <a:t> para Construção de </a:t>
            </a:r>
            <a:r>
              <a:rPr b="0" i="1" lang="pt-BR" sz="2000" spc="-1" strike="noStrike">
                <a:latin typeface="Arial"/>
              </a:rPr>
              <a:t>Linked Data Mashups</a:t>
            </a:r>
            <a:r>
              <a:rPr b="0" lang="pt-BR" sz="2000" spc="-1" strike="noStrike">
                <a:latin typeface="Arial"/>
              </a:rPr>
              <a:t>.</a:t>
            </a:r>
            <a:endParaRPr b="0" lang="pt-BR" sz="2000" spc="-1" strike="noStrike">
              <a:latin typeface="Arial"/>
            </a:endParaRPr>
          </a:p>
          <a:p>
            <a:pPr marL="216000" indent="-216000">
              <a:lnSpc>
                <a:spcPct val="100000"/>
              </a:lnSpc>
            </a:pPr>
            <a:r>
              <a:rPr b="0" lang="pt-BR" sz="2000" spc="-1" strike="noStrike">
                <a:latin typeface="Arial"/>
              </a:rPr>
              <a:t>Usando Tecnologias da Web Semântica para Construção e Execução de Mashups de Dados</a:t>
            </a:r>
            <a:endParaRPr b="0" lang="pt-BR" sz="2000" spc="-1" strike="noStrike">
              <a:latin typeface="Arial"/>
            </a:endParaRPr>
          </a:p>
          <a:p>
            <a:pPr marL="216000" indent="-216000">
              <a:lnSpc>
                <a:spcPct val="100000"/>
              </a:lnSpc>
            </a:pPr>
            <a:r>
              <a:rPr b="0" lang="pt-BR" sz="2000" spc="-1" strike="noStrike">
                <a:latin typeface="Arial"/>
              </a:rPr>
              <a:t>Usando tecnologias da Web Semântica para construção de </a:t>
            </a:r>
            <a:r>
              <a:rPr b="0" i="1" lang="pt-BR" sz="2000" spc="-1" strike="noStrike">
                <a:latin typeface="Arial"/>
              </a:rPr>
              <a:t>mashups</a:t>
            </a:r>
            <a:r>
              <a:rPr b="0" lang="pt-BR" sz="2000" spc="-1" strike="noStrike">
                <a:latin typeface="Arial"/>
              </a:rPr>
              <a:t> de dados</a:t>
            </a:r>
            <a:endParaRPr b="0" lang="pt-BR" sz="2000" spc="-1" strike="noStrike">
              <a:latin typeface="Arial"/>
            </a:endParaRPr>
          </a:p>
          <a:p>
            <a:pPr marL="216000" indent="-216000">
              <a:lnSpc>
                <a:spcPct val="100000"/>
              </a:lnSpc>
            </a:pPr>
            <a:r>
              <a:rPr b="0" lang="pt-BR" sz="2000" spc="-1" strike="noStrike">
                <a:latin typeface="Arial"/>
              </a:rPr>
              <a:t>Usando Tecnologias da Web Semântica para Construção e Execução de Mashups de Dados</a:t>
            </a:r>
            <a:endParaRPr b="0" lang="pt-BR" sz="2000" spc="-1" strike="noStrike">
              <a:latin typeface="Arial"/>
            </a:endParaRPr>
          </a:p>
          <a:p>
            <a:pPr marL="216000" indent="-216000">
              <a:lnSpc>
                <a:spcPct val="100000"/>
              </a:lnSpc>
            </a:pPr>
            <a:r>
              <a:rPr b="0" lang="pt-BR" sz="2000" spc="-1" strike="noStrike">
                <a:latin typeface="Arial"/>
              </a:rPr>
              <a:t>Um ambiente para execução de mashup de dados sobre Linked Data</a:t>
            </a:r>
            <a:endParaRPr b="0" lang="pt-BR" sz="2000" spc="-1" strike="noStrike">
              <a:latin typeface="Arial"/>
            </a:endParaRPr>
          </a:p>
          <a:p>
            <a:pPr marL="216000" indent="-216000">
              <a:lnSpc>
                <a:spcPct val="100000"/>
              </a:lnSpc>
            </a:pPr>
            <a:r>
              <a:rPr b="0" lang="en-US" sz="2000" spc="-1" strike="noStrike">
                <a:latin typeface="Arial"/>
              </a:rPr>
              <a:t>An Environment for Federated Query Processing in Linked Data Mashups</a:t>
            </a:r>
            <a:endParaRPr b="0" lang="pt-BR" sz="2000" spc="-1" strike="noStrike">
              <a:latin typeface="Arial"/>
            </a:endParaRPr>
          </a:p>
          <a:p>
            <a:pPr marL="216000" indent="-216000">
              <a:lnSpc>
                <a:spcPct val="100000"/>
              </a:lnSpc>
            </a:pPr>
            <a:endParaRPr b="0" lang="pt-BR" sz="2000" spc="-1" strike="noStrike">
              <a:latin typeface="Arial"/>
            </a:endParaRPr>
          </a:p>
          <a:p>
            <a:pPr marL="216000" indent="-216000">
              <a:lnSpc>
                <a:spcPct val="100000"/>
              </a:lnSpc>
            </a:pPr>
            <a:endParaRPr b="0" lang="pt-BR" sz="2000" spc="-1" strike="noStrike">
              <a:latin typeface="Arial"/>
            </a:endParaRPr>
          </a:p>
          <a:p>
            <a:pPr marL="216000" indent="-216000">
              <a:lnSpc>
                <a:spcPct val="100000"/>
              </a:lnSpc>
            </a:pPr>
            <a:endParaRPr b="0" lang="pt-BR" sz="2000" spc="-1" strike="noStrike">
              <a:latin typeface="Arial"/>
            </a:endParaRPr>
          </a:p>
        </p:txBody>
      </p:sp>
      <p:sp>
        <p:nvSpPr>
          <p:cNvPr id="213" name="Espaço Reservado para Número de Slide 3"/>
          <p:cNvSpPr txBox="1"/>
          <p:nvPr/>
        </p:nvSpPr>
        <p:spPr>
          <a:xfrm>
            <a:off x="3884760" y="8685360"/>
            <a:ext cx="2971440" cy="456840"/>
          </a:xfrm>
          <a:prstGeom prst="rect">
            <a:avLst/>
          </a:prstGeom>
          <a:noFill/>
          <a:ln w="0">
            <a:noFill/>
          </a:ln>
        </p:spPr>
        <p:txBody>
          <a:bodyPr anchor="b">
            <a:noAutofit/>
          </a:bodyPr>
          <a:p>
            <a:pPr algn="r">
              <a:lnSpc>
                <a:spcPct val="100000"/>
              </a:lnSpc>
            </a:pPr>
            <a:fld id="{9F72D20E-7A2B-4C59-8718-03438056D1C2}" type="slidenum">
              <a:rPr b="0" lang="pt-BR" sz="1200" spc="-1" strike="noStrike">
                <a:solidFill>
                  <a:srgbClr val="000000"/>
                </a:solidFill>
                <a:latin typeface="Calibri"/>
              </a:rPr>
              <a:t>&lt;número&gt;</a:t>
            </a:fld>
            <a:endParaRPr b="0" lang="pt-BR"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31"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33" name="PlaceHolder 2"/>
          <p:cNvSpPr>
            <a:spLocks noGrp="1"/>
          </p:cNvSpPr>
          <p:nvPr>
            <p:ph type="body"/>
          </p:nvPr>
        </p:nvSpPr>
        <p:spPr>
          <a:xfrm>
            <a:off x="457200" y="1604520"/>
            <a:ext cx="8229240" cy="397728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35" name="PlaceHolder 2"/>
          <p:cNvSpPr>
            <a:spLocks noGrp="1"/>
          </p:cNvSpPr>
          <p:nvPr>
            <p:ph type="body"/>
          </p:nvPr>
        </p:nvSpPr>
        <p:spPr>
          <a:xfrm>
            <a:off x="45720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36" name="PlaceHolder 3"/>
          <p:cNvSpPr>
            <a:spLocks noGrp="1"/>
          </p:cNvSpPr>
          <p:nvPr>
            <p:ph type="body"/>
          </p:nvPr>
        </p:nvSpPr>
        <p:spPr>
          <a:xfrm>
            <a:off x="467424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8"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40"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41" name="PlaceHolder 3"/>
          <p:cNvSpPr>
            <a:spLocks noGrp="1"/>
          </p:cNvSpPr>
          <p:nvPr>
            <p:ph type="body"/>
          </p:nvPr>
        </p:nvSpPr>
        <p:spPr>
          <a:xfrm>
            <a:off x="467424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42" name="PlaceHolder 4"/>
          <p:cNvSpPr>
            <a:spLocks noGrp="1"/>
          </p:cNvSpPr>
          <p:nvPr>
            <p:ph type="body"/>
          </p:nvPr>
        </p:nvSpPr>
        <p:spPr>
          <a:xfrm>
            <a:off x="45720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44" name="PlaceHolder 2"/>
          <p:cNvSpPr>
            <a:spLocks noGrp="1"/>
          </p:cNvSpPr>
          <p:nvPr>
            <p:ph type="body"/>
          </p:nvPr>
        </p:nvSpPr>
        <p:spPr>
          <a:xfrm>
            <a:off x="45720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45"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46" name="PlaceHolder 4"/>
          <p:cNvSpPr>
            <a:spLocks noGrp="1"/>
          </p:cNvSpPr>
          <p:nvPr>
            <p:ph type="body"/>
          </p:nvPr>
        </p:nvSpPr>
        <p:spPr>
          <a:xfrm>
            <a:off x="467424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48"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49"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50" name="PlaceHolder 4"/>
          <p:cNvSpPr>
            <a:spLocks noGrp="1"/>
          </p:cNvSpPr>
          <p:nvPr>
            <p:ph type="body"/>
          </p:nvPr>
        </p:nvSpPr>
        <p:spPr>
          <a:xfrm>
            <a:off x="457200" y="368208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52" name="PlaceHolder 2"/>
          <p:cNvSpPr>
            <a:spLocks noGrp="1"/>
          </p:cNvSpPr>
          <p:nvPr>
            <p:ph type="body"/>
          </p:nvPr>
        </p:nvSpPr>
        <p:spPr>
          <a:xfrm>
            <a:off x="457200" y="160452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53" name="PlaceHolder 3"/>
          <p:cNvSpPr>
            <a:spLocks noGrp="1"/>
          </p:cNvSpPr>
          <p:nvPr>
            <p:ph type="body"/>
          </p:nvPr>
        </p:nvSpPr>
        <p:spPr>
          <a:xfrm>
            <a:off x="457200" y="368208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55"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56"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57" name="PlaceHolder 4"/>
          <p:cNvSpPr>
            <a:spLocks noGrp="1"/>
          </p:cNvSpPr>
          <p:nvPr>
            <p:ph type="body"/>
          </p:nvPr>
        </p:nvSpPr>
        <p:spPr>
          <a:xfrm>
            <a:off x="45720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58" name="PlaceHolder 5"/>
          <p:cNvSpPr>
            <a:spLocks noGrp="1"/>
          </p:cNvSpPr>
          <p:nvPr>
            <p:ph type="body"/>
          </p:nvPr>
        </p:nvSpPr>
        <p:spPr>
          <a:xfrm>
            <a:off x="467424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60" name="PlaceHolder 2"/>
          <p:cNvSpPr>
            <a:spLocks noGrp="1"/>
          </p:cNvSpPr>
          <p:nvPr>
            <p:ph type="body"/>
          </p:nvPr>
        </p:nvSpPr>
        <p:spPr>
          <a:xfrm>
            <a:off x="45720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61" name="PlaceHolder 3"/>
          <p:cNvSpPr>
            <a:spLocks noGrp="1"/>
          </p:cNvSpPr>
          <p:nvPr>
            <p:ph type="body"/>
          </p:nvPr>
        </p:nvSpPr>
        <p:spPr>
          <a:xfrm>
            <a:off x="323964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62" name="PlaceHolder 4"/>
          <p:cNvSpPr>
            <a:spLocks noGrp="1"/>
          </p:cNvSpPr>
          <p:nvPr>
            <p:ph type="body"/>
          </p:nvPr>
        </p:nvSpPr>
        <p:spPr>
          <a:xfrm>
            <a:off x="602208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63" name="PlaceHolder 5"/>
          <p:cNvSpPr>
            <a:spLocks noGrp="1"/>
          </p:cNvSpPr>
          <p:nvPr>
            <p:ph type="body"/>
          </p:nvPr>
        </p:nvSpPr>
        <p:spPr>
          <a:xfrm>
            <a:off x="45720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64" name="PlaceHolder 6"/>
          <p:cNvSpPr>
            <a:spLocks noGrp="1"/>
          </p:cNvSpPr>
          <p:nvPr>
            <p:ph type="body"/>
          </p:nvPr>
        </p:nvSpPr>
        <p:spPr>
          <a:xfrm>
            <a:off x="323964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65" name="PlaceHolder 7"/>
          <p:cNvSpPr>
            <a:spLocks noGrp="1"/>
          </p:cNvSpPr>
          <p:nvPr>
            <p:ph type="body"/>
          </p:nvPr>
        </p:nvSpPr>
        <p:spPr>
          <a:xfrm>
            <a:off x="602208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85"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87" name="PlaceHolder 2"/>
          <p:cNvSpPr>
            <a:spLocks noGrp="1"/>
          </p:cNvSpPr>
          <p:nvPr>
            <p:ph type="body"/>
          </p:nvPr>
        </p:nvSpPr>
        <p:spPr>
          <a:xfrm>
            <a:off x="457200" y="1604520"/>
            <a:ext cx="8229240" cy="397728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89" name="PlaceHolder 2"/>
          <p:cNvSpPr>
            <a:spLocks noGrp="1"/>
          </p:cNvSpPr>
          <p:nvPr>
            <p:ph type="body"/>
          </p:nvPr>
        </p:nvSpPr>
        <p:spPr>
          <a:xfrm>
            <a:off x="45720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90" name="PlaceHolder 3"/>
          <p:cNvSpPr>
            <a:spLocks noGrp="1"/>
          </p:cNvSpPr>
          <p:nvPr>
            <p:ph type="body"/>
          </p:nvPr>
        </p:nvSpPr>
        <p:spPr>
          <a:xfrm>
            <a:off x="467424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94"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95" name="PlaceHolder 3"/>
          <p:cNvSpPr>
            <a:spLocks noGrp="1"/>
          </p:cNvSpPr>
          <p:nvPr>
            <p:ph type="body"/>
          </p:nvPr>
        </p:nvSpPr>
        <p:spPr>
          <a:xfrm>
            <a:off x="467424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96" name="PlaceHolder 4"/>
          <p:cNvSpPr>
            <a:spLocks noGrp="1"/>
          </p:cNvSpPr>
          <p:nvPr>
            <p:ph type="body"/>
          </p:nvPr>
        </p:nvSpPr>
        <p:spPr>
          <a:xfrm>
            <a:off x="45720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98" name="PlaceHolder 2"/>
          <p:cNvSpPr>
            <a:spLocks noGrp="1"/>
          </p:cNvSpPr>
          <p:nvPr>
            <p:ph type="body"/>
          </p:nvPr>
        </p:nvSpPr>
        <p:spPr>
          <a:xfrm>
            <a:off x="45720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99"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00" name="PlaceHolder 4"/>
          <p:cNvSpPr>
            <a:spLocks noGrp="1"/>
          </p:cNvSpPr>
          <p:nvPr>
            <p:ph type="body"/>
          </p:nvPr>
        </p:nvSpPr>
        <p:spPr>
          <a:xfrm>
            <a:off x="467424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02"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03"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04" name="PlaceHolder 4"/>
          <p:cNvSpPr>
            <a:spLocks noGrp="1"/>
          </p:cNvSpPr>
          <p:nvPr>
            <p:ph type="body"/>
          </p:nvPr>
        </p:nvSpPr>
        <p:spPr>
          <a:xfrm>
            <a:off x="457200" y="368208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06" name="PlaceHolder 2"/>
          <p:cNvSpPr>
            <a:spLocks noGrp="1"/>
          </p:cNvSpPr>
          <p:nvPr>
            <p:ph type="body"/>
          </p:nvPr>
        </p:nvSpPr>
        <p:spPr>
          <a:xfrm>
            <a:off x="457200" y="160452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07" name="PlaceHolder 3"/>
          <p:cNvSpPr>
            <a:spLocks noGrp="1"/>
          </p:cNvSpPr>
          <p:nvPr>
            <p:ph type="body"/>
          </p:nvPr>
        </p:nvSpPr>
        <p:spPr>
          <a:xfrm>
            <a:off x="457200" y="368208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09"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0"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1" name="PlaceHolder 4"/>
          <p:cNvSpPr>
            <a:spLocks noGrp="1"/>
          </p:cNvSpPr>
          <p:nvPr>
            <p:ph type="body"/>
          </p:nvPr>
        </p:nvSpPr>
        <p:spPr>
          <a:xfrm>
            <a:off x="45720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2" name="PlaceHolder 5"/>
          <p:cNvSpPr>
            <a:spLocks noGrp="1"/>
          </p:cNvSpPr>
          <p:nvPr>
            <p:ph type="body"/>
          </p:nvPr>
        </p:nvSpPr>
        <p:spPr>
          <a:xfrm>
            <a:off x="467424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14" name="PlaceHolder 2"/>
          <p:cNvSpPr>
            <a:spLocks noGrp="1"/>
          </p:cNvSpPr>
          <p:nvPr>
            <p:ph type="body"/>
          </p:nvPr>
        </p:nvSpPr>
        <p:spPr>
          <a:xfrm>
            <a:off x="45720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5" name="PlaceHolder 3"/>
          <p:cNvSpPr>
            <a:spLocks noGrp="1"/>
          </p:cNvSpPr>
          <p:nvPr>
            <p:ph type="body"/>
          </p:nvPr>
        </p:nvSpPr>
        <p:spPr>
          <a:xfrm>
            <a:off x="323964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6" name="PlaceHolder 4"/>
          <p:cNvSpPr>
            <a:spLocks noGrp="1"/>
          </p:cNvSpPr>
          <p:nvPr>
            <p:ph type="body"/>
          </p:nvPr>
        </p:nvSpPr>
        <p:spPr>
          <a:xfrm>
            <a:off x="602208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7" name="PlaceHolder 5"/>
          <p:cNvSpPr>
            <a:spLocks noGrp="1"/>
          </p:cNvSpPr>
          <p:nvPr>
            <p:ph type="body"/>
          </p:nvPr>
        </p:nvSpPr>
        <p:spPr>
          <a:xfrm>
            <a:off x="45720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8" name="PlaceHolder 6"/>
          <p:cNvSpPr>
            <a:spLocks noGrp="1"/>
          </p:cNvSpPr>
          <p:nvPr>
            <p:ph type="body"/>
          </p:nvPr>
        </p:nvSpPr>
        <p:spPr>
          <a:xfrm>
            <a:off x="323964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19" name="PlaceHolder 7"/>
          <p:cNvSpPr>
            <a:spLocks noGrp="1"/>
          </p:cNvSpPr>
          <p:nvPr>
            <p:ph type="body"/>
          </p:nvPr>
        </p:nvSpPr>
        <p:spPr>
          <a:xfrm>
            <a:off x="602208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39"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41" name="PlaceHolder 2"/>
          <p:cNvSpPr>
            <a:spLocks noGrp="1"/>
          </p:cNvSpPr>
          <p:nvPr>
            <p:ph type="body"/>
          </p:nvPr>
        </p:nvSpPr>
        <p:spPr>
          <a:xfrm>
            <a:off x="457200" y="1604520"/>
            <a:ext cx="8229240" cy="397728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43" name="PlaceHolder 2"/>
          <p:cNvSpPr>
            <a:spLocks noGrp="1"/>
          </p:cNvSpPr>
          <p:nvPr>
            <p:ph type="body"/>
          </p:nvPr>
        </p:nvSpPr>
        <p:spPr>
          <a:xfrm>
            <a:off x="45720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144" name="PlaceHolder 3"/>
          <p:cNvSpPr>
            <a:spLocks noGrp="1"/>
          </p:cNvSpPr>
          <p:nvPr>
            <p:ph type="body"/>
          </p:nvPr>
        </p:nvSpPr>
        <p:spPr>
          <a:xfrm>
            <a:off x="467424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6"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48"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49" name="PlaceHolder 3"/>
          <p:cNvSpPr>
            <a:spLocks noGrp="1"/>
          </p:cNvSpPr>
          <p:nvPr>
            <p:ph type="body"/>
          </p:nvPr>
        </p:nvSpPr>
        <p:spPr>
          <a:xfrm>
            <a:off x="467424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150" name="PlaceHolder 4"/>
          <p:cNvSpPr>
            <a:spLocks noGrp="1"/>
          </p:cNvSpPr>
          <p:nvPr>
            <p:ph type="body"/>
          </p:nvPr>
        </p:nvSpPr>
        <p:spPr>
          <a:xfrm>
            <a:off x="45720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52" name="PlaceHolder 2"/>
          <p:cNvSpPr>
            <a:spLocks noGrp="1"/>
          </p:cNvSpPr>
          <p:nvPr>
            <p:ph type="body"/>
          </p:nvPr>
        </p:nvSpPr>
        <p:spPr>
          <a:xfrm>
            <a:off x="457200" y="1604520"/>
            <a:ext cx="4015800" cy="3977280"/>
          </a:xfrm>
          <a:prstGeom prst="rect">
            <a:avLst/>
          </a:prstGeom>
        </p:spPr>
        <p:txBody>
          <a:bodyPr lIns="0" rIns="0" tIns="0" bIns="0">
            <a:normAutofit/>
          </a:bodyPr>
          <a:p>
            <a:endParaRPr b="0" lang="pt-BR" sz="2800" spc="-1" strike="noStrike">
              <a:solidFill>
                <a:srgbClr val="000000"/>
              </a:solidFill>
              <a:latin typeface="Georgia"/>
            </a:endParaRPr>
          </a:p>
        </p:txBody>
      </p:sp>
      <p:sp>
        <p:nvSpPr>
          <p:cNvPr id="153"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54" name="PlaceHolder 4"/>
          <p:cNvSpPr>
            <a:spLocks noGrp="1"/>
          </p:cNvSpPr>
          <p:nvPr>
            <p:ph type="body"/>
          </p:nvPr>
        </p:nvSpPr>
        <p:spPr>
          <a:xfrm>
            <a:off x="467424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56"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57"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58" name="PlaceHolder 4"/>
          <p:cNvSpPr>
            <a:spLocks noGrp="1"/>
          </p:cNvSpPr>
          <p:nvPr>
            <p:ph type="body"/>
          </p:nvPr>
        </p:nvSpPr>
        <p:spPr>
          <a:xfrm>
            <a:off x="457200" y="368208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60" name="PlaceHolder 2"/>
          <p:cNvSpPr>
            <a:spLocks noGrp="1"/>
          </p:cNvSpPr>
          <p:nvPr>
            <p:ph type="body"/>
          </p:nvPr>
        </p:nvSpPr>
        <p:spPr>
          <a:xfrm>
            <a:off x="457200" y="160452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61" name="PlaceHolder 3"/>
          <p:cNvSpPr>
            <a:spLocks noGrp="1"/>
          </p:cNvSpPr>
          <p:nvPr>
            <p:ph type="body"/>
          </p:nvPr>
        </p:nvSpPr>
        <p:spPr>
          <a:xfrm>
            <a:off x="457200" y="3682080"/>
            <a:ext cx="822924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63" name="PlaceHolder 2"/>
          <p:cNvSpPr>
            <a:spLocks noGrp="1"/>
          </p:cNvSpPr>
          <p:nvPr>
            <p:ph type="body"/>
          </p:nvPr>
        </p:nvSpPr>
        <p:spPr>
          <a:xfrm>
            <a:off x="45720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64" name="PlaceHolder 3"/>
          <p:cNvSpPr>
            <a:spLocks noGrp="1"/>
          </p:cNvSpPr>
          <p:nvPr>
            <p:ph type="body"/>
          </p:nvPr>
        </p:nvSpPr>
        <p:spPr>
          <a:xfrm>
            <a:off x="4674240" y="160452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65" name="PlaceHolder 4"/>
          <p:cNvSpPr>
            <a:spLocks noGrp="1"/>
          </p:cNvSpPr>
          <p:nvPr>
            <p:ph type="body"/>
          </p:nvPr>
        </p:nvSpPr>
        <p:spPr>
          <a:xfrm>
            <a:off x="45720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66" name="PlaceHolder 5"/>
          <p:cNvSpPr>
            <a:spLocks noGrp="1"/>
          </p:cNvSpPr>
          <p:nvPr>
            <p:ph type="body"/>
          </p:nvPr>
        </p:nvSpPr>
        <p:spPr>
          <a:xfrm>
            <a:off x="4674240" y="3682080"/>
            <a:ext cx="40158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73600"/>
            <a:ext cx="8229240" cy="1144800"/>
          </a:xfrm>
          <a:prstGeom prst="rect">
            <a:avLst/>
          </a:prstGeom>
        </p:spPr>
        <p:txBody>
          <a:bodyPr lIns="0" rIns="0" tIns="0" bIns="0" anchor="ctr">
            <a:noAutofit/>
          </a:bodyPr>
          <a:p>
            <a:endParaRPr b="0" lang="pt-BR" sz="4000" spc="-1" strike="noStrike">
              <a:solidFill>
                <a:srgbClr val="000000"/>
              </a:solidFill>
              <a:latin typeface="Georgia"/>
            </a:endParaRPr>
          </a:p>
        </p:txBody>
      </p:sp>
      <p:sp>
        <p:nvSpPr>
          <p:cNvPr id="168" name="PlaceHolder 2"/>
          <p:cNvSpPr>
            <a:spLocks noGrp="1"/>
          </p:cNvSpPr>
          <p:nvPr>
            <p:ph type="body"/>
          </p:nvPr>
        </p:nvSpPr>
        <p:spPr>
          <a:xfrm>
            <a:off x="45720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69" name="PlaceHolder 3"/>
          <p:cNvSpPr>
            <a:spLocks noGrp="1"/>
          </p:cNvSpPr>
          <p:nvPr>
            <p:ph type="body"/>
          </p:nvPr>
        </p:nvSpPr>
        <p:spPr>
          <a:xfrm>
            <a:off x="323964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70" name="PlaceHolder 4"/>
          <p:cNvSpPr>
            <a:spLocks noGrp="1"/>
          </p:cNvSpPr>
          <p:nvPr>
            <p:ph type="body"/>
          </p:nvPr>
        </p:nvSpPr>
        <p:spPr>
          <a:xfrm>
            <a:off x="6022080" y="160452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71" name="PlaceHolder 5"/>
          <p:cNvSpPr>
            <a:spLocks noGrp="1"/>
          </p:cNvSpPr>
          <p:nvPr>
            <p:ph type="body"/>
          </p:nvPr>
        </p:nvSpPr>
        <p:spPr>
          <a:xfrm>
            <a:off x="45720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72" name="PlaceHolder 6"/>
          <p:cNvSpPr>
            <a:spLocks noGrp="1"/>
          </p:cNvSpPr>
          <p:nvPr>
            <p:ph type="body"/>
          </p:nvPr>
        </p:nvSpPr>
        <p:spPr>
          <a:xfrm>
            <a:off x="323964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
        <p:nvSpPr>
          <p:cNvPr id="173" name="PlaceHolder 7"/>
          <p:cNvSpPr>
            <a:spLocks noGrp="1"/>
          </p:cNvSpPr>
          <p:nvPr>
            <p:ph type="body"/>
          </p:nvPr>
        </p:nvSpPr>
        <p:spPr>
          <a:xfrm>
            <a:off x="6022080" y="3682080"/>
            <a:ext cx="2649600" cy="1896840"/>
          </a:xfrm>
          <a:prstGeom prst="rect">
            <a:avLst/>
          </a:prstGeom>
        </p:spPr>
        <p:txBody>
          <a:bodyPr lIns="0" rIns="0" tIns="0" bIns="0">
            <a:normAutofit/>
          </a:bodyPr>
          <a:p>
            <a:endParaRPr b="0" lang="pt-BR" sz="2800" spc="-1" strike="noStrike">
              <a:solidFill>
                <a:srgbClr val="000000"/>
              </a:solidFill>
              <a:latin typeface="Georgi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tângulo 27" hidden="1"/>
          <p:cNvSpPr/>
          <p:nvPr/>
        </p:nvSpPr>
        <p:spPr>
          <a:xfrm>
            <a:off x="0" y="366840"/>
            <a:ext cx="9143640" cy="8388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 name="Retângulo 28" hidden="1"/>
          <p:cNvSpPr/>
          <p:nvPr/>
        </p:nvSpPr>
        <p:spPr>
          <a:xfrm>
            <a:off x="0" y="0"/>
            <a:ext cx="9143640" cy="310680"/>
          </a:xfrm>
          <a:prstGeom prst="rect">
            <a:avLst/>
          </a:prstGeom>
          <a:solidFill>
            <a:schemeClr val="tx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2" name="Retângulo 29" hidden="1"/>
          <p:cNvSpPr/>
          <p:nvPr/>
        </p:nvSpPr>
        <p:spPr>
          <a:xfrm>
            <a:off x="0" y="307800"/>
            <a:ext cx="9143640" cy="918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3" name="Retângulo 30" hidden="1"/>
          <p:cNvSpPr/>
          <p:nvPr/>
        </p:nvSpPr>
        <p:spPr>
          <a:xfrm flipV="1">
            <a:off x="5410080" y="360000"/>
            <a:ext cx="3733560" cy="900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4" name="Retângulo 31" hidden="1"/>
          <p:cNvSpPr/>
          <p:nvPr/>
        </p:nvSpPr>
        <p:spPr>
          <a:xfrm flipV="1">
            <a:off x="5410080" y="439200"/>
            <a:ext cx="3733560" cy="18072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5" name="Retângulo de cantos arredondados 32" hidden="1"/>
          <p:cNvSpPr/>
          <p:nvPr/>
        </p:nvSpPr>
        <p:spPr>
          <a:xfrm>
            <a:off x="5407200" y="496800"/>
            <a:ext cx="3063600" cy="2808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6" name="Retângulo de cantos arredondados 33" hidden="1"/>
          <p:cNvSpPr/>
          <p:nvPr/>
        </p:nvSpPr>
        <p:spPr>
          <a:xfrm>
            <a:off x="7373880" y="588960"/>
            <a:ext cx="1599840" cy="3600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 name="Retângulo 34" hidden="1"/>
          <p:cNvSpPr/>
          <p:nvPr/>
        </p:nvSpPr>
        <p:spPr>
          <a:xfrm>
            <a:off x="9085320" y="-1440"/>
            <a:ext cx="56880" cy="620280"/>
          </a:xfrm>
          <a:prstGeom prst="rect">
            <a:avLst/>
          </a:prstGeom>
          <a:solidFill>
            <a:srgbClr val="ffffff">
              <a:alpha val="65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8" name="Retângulo 35" hidden="1"/>
          <p:cNvSpPr/>
          <p:nvPr/>
        </p:nvSpPr>
        <p:spPr>
          <a:xfrm>
            <a:off x="9043920" y="-1440"/>
            <a:ext cx="28080" cy="620280"/>
          </a:xfrm>
          <a:prstGeom prst="rect">
            <a:avLst/>
          </a:prstGeom>
          <a:solidFill>
            <a:srgbClr val="ffffff">
              <a:alpha val="65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9" name="Retângulo 36" hidden="1"/>
          <p:cNvSpPr/>
          <p:nvPr/>
        </p:nvSpPr>
        <p:spPr>
          <a:xfrm>
            <a:off x="9024840" y="-1440"/>
            <a:ext cx="9000" cy="620280"/>
          </a:xfrm>
          <a:prstGeom prst="rect">
            <a:avLst/>
          </a:prstGeom>
          <a:solidFill>
            <a:srgbClr val="ffffff">
              <a:alpha val="6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0" name="Retângulo 37" hidden="1"/>
          <p:cNvSpPr/>
          <p:nvPr/>
        </p:nvSpPr>
        <p:spPr>
          <a:xfrm>
            <a:off x="8975880" y="-1440"/>
            <a:ext cx="26640" cy="620280"/>
          </a:xfrm>
          <a:prstGeom prst="rect">
            <a:avLst/>
          </a:prstGeom>
          <a:solidFill>
            <a:srgbClr val="ffffff">
              <a:alpha val="4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1" name="Retângulo 38" hidden="1"/>
          <p:cNvSpPr/>
          <p:nvPr/>
        </p:nvSpPr>
        <p:spPr>
          <a:xfrm>
            <a:off x="8915400" y="0"/>
            <a:ext cx="55080" cy="585360"/>
          </a:xfrm>
          <a:prstGeom prst="rect">
            <a:avLst/>
          </a:prstGeom>
          <a:solidFill>
            <a:srgbClr val="ffffff">
              <a:alpha val="2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 name="Retângulo 39" hidden="1"/>
          <p:cNvSpPr/>
          <p:nvPr/>
        </p:nvSpPr>
        <p:spPr>
          <a:xfrm>
            <a:off x="8874000" y="0"/>
            <a:ext cx="7560" cy="585360"/>
          </a:xfrm>
          <a:prstGeom prst="rect">
            <a:avLst/>
          </a:prstGeom>
          <a:solidFill>
            <a:srgbClr val="ffffff">
              <a:alpha val="3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3" name="Retângulo 3"/>
          <p:cNvSpPr/>
          <p:nvPr/>
        </p:nvSpPr>
        <p:spPr>
          <a:xfrm flipV="1">
            <a:off x="5410080" y="3809520"/>
            <a:ext cx="3733560" cy="900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4" name="Retângulo 4"/>
          <p:cNvSpPr/>
          <p:nvPr/>
        </p:nvSpPr>
        <p:spPr>
          <a:xfrm flipV="1">
            <a:off x="5410080" y="3896280"/>
            <a:ext cx="3733560" cy="19188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5" name="Retângulo 5"/>
          <p:cNvSpPr/>
          <p:nvPr/>
        </p:nvSpPr>
        <p:spPr>
          <a:xfrm flipV="1">
            <a:off x="5410080" y="4113720"/>
            <a:ext cx="3733560" cy="9000"/>
          </a:xfrm>
          <a:prstGeom prst="rect">
            <a:avLst/>
          </a:prstGeom>
          <a:solidFill>
            <a:schemeClr val="accent2">
              <a:alpha val="65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6" name="Retângulo 6"/>
          <p:cNvSpPr/>
          <p:nvPr/>
        </p:nvSpPr>
        <p:spPr>
          <a:xfrm flipV="1">
            <a:off x="5410080" y="4163760"/>
            <a:ext cx="1964880" cy="18720"/>
          </a:xfrm>
          <a:prstGeom prst="rect">
            <a:avLst/>
          </a:prstGeom>
          <a:solidFill>
            <a:schemeClr val="accent2">
              <a:alpha val="6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7" name="Retângulo 9"/>
          <p:cNvSpPr/>
          <p:nvPr/>
        </p:nvSpPr>
        <p:spPr>
          <a:xfrm flipV="1">
            <a:off x="5410080" y="4197960"/>
            <a:ext cx="1964880" cy="9000"/>
          </a:xfrm>
          <a:prstGeom prst="rect">
            <a:avLst/>
          </a:prstGeom>
          <a:solidFill>
            <a:schemeClr val="accent2">
              <a:alpha val="65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8" name="Retângulo de cantos arredondados 10"/>
          <p:cNvSpPr/>
          <p:nvPr/>
        </p:nvSpPr>
        <p:spPr>
          <a:xfrm>
            <a:off x="5410080" y="3962520"/>
            <a:ext cx="3063600" cy="2664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9" name="Retângulo de cantos arredondados 11"/>
          <p:cNvSpPr/>
          <p:nvPr/>
        </p:nvSpPr>
        <p:spPr>
          <a:xfrm>
            <a:off x="7377120" y="4060800"/>
            <a:ext cx="1599840" cy="3600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20" name="Retângulo 12"/>
          <p:cNvSpPr/>
          <p:nvPr/>
        </p:nvSpPr>
        <p:spPr>
          <a:xfrm>
            <a:off x="0" y="3649680"/>
            <a:ext cx="9143640" cy="24408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21" name="Retângulo 13"/>
          <p:cNvSpPr/>
          <p:nvPr/>
        </p:nvSpPr>
        <p:spPr>
          <a:xfrm>
            <a:off x="0" y="3675240"/>
            <a:ext cx="9143640" cy="14076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22" name="Retângulo 14"/>
          <p:cNvSpPr/>
          <p:nvPr/>
        </p:nvSpPr>
        <p:spPr>
          <a:xfrm flipV="1">
            <a:off x="6413400" y="3642120"/>
            <a:ext cx="2730240" cy="24732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23" name="Retângulo 15"/>
          <p:cNvSpPr/>
          <p:nvPr/>
        </p:nvSpPr>
        <p:spPr>
          <a:xfrm>
            <a:off x="0" y="0"/>
            <a:ext cx="9143640" cy="3701520"/>
          </a:xfrm>
          <a:prstGeom prst="rect">
            <a:avLst/>
          </a:prstGeom>
          <a:solidFill>
            <a:schemeClr val="tx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24" name="PlaceHolder 1"/>
          <p:cNvSpPr>
            <a:spLocks noGrp="1"/>
          </p:cNvSpPr>
          <p:nvPr>
            <p:ph type="title"/>
          </p:nvPr>
        </p:nvSpPr>
        <p:spPr>
          <a:xfrm>
            <a:off x="457200" y="2401920"/>
            <a:ext cx="8457840" cy="1469520"/>
          </a:xfrm>
          <a:prstGeom prst="rect">
            <a:avLst/>
          </a:prstGeom>
        </p:spPr>
        <p:txBody>
          <a:bodyPr anchor="b">
            <a:noAutofit/>
          </a:bodyPr>
          <a:p>
            <a:pPr>
              <a:lnSpc>
                <a:spcPct val="100000"/>
              </a:lnSpc>
            </a:pPr>
            <a:r>
              <a:rPr b="0" lang="pt-BR" sz="4400" spc="-1" strike="noStrike">
                <a:solidFill>
                  <a:srgbClr val="ffffff"/>
                </a:solidFill>
                <a:latin typeface="Trebuchet MS"/>
              </a:rPr>
              <a:t>Clique para editar o estilo do título mestre</a:t>
            </a:r>
            <a:endParaRPr b="0" lang="pt-BR" sz="4400" spc="-1" strike="noStrike">
              <a:solidFill>
                <a:srgbClr val="000000"/>
              </a:solidFill>
              <a:latin typeface="Georgia"/>
            </a:endParaRPr>
          </a:p>
        </p:txBody>
      </p:sp>
      <p:sp>
        <p:nvSpPr>
          <p:cNvPr id="25" name="PlaceHolder 2"/>
          <p:cNvSpPr>
            <a:spLocks noGrp="1"/>
          </p:cNvSpPr>
          <p:nvPr>
            <p:ph type="dt"/>
          </p:nvPr>
        </p:nvSpPr>
        <p:spPr>
          <a:xfrm>
            <a:off x="6705720" y="4206960"/>
            <a:ext cx="960120" cy="456840"/>
          </a:xfrm>
          <a:prstGeom prst="rect">
            <a:avLst/>
          </a:prstGeom>
        </p:spPr>
        <p:txBody>
          <a:bodyPr lIns="90000" rIns="90000" tIns="45000" bIns="45000">
            <a:noAutofit/>
          </a:bodyPr>
          <a:p>
            <a:pPr>
              <a:lnSpc>
                <a:spcPct val="100000"/>
              </a:lnSpc>
            </a:pPr>
            <a:fld id="{619C12D9-096F-472E-B6A4-F0805BC0E702}" type="datetime">
              <a:rPr b="0" lang="pt-BR" sz="800" spc="-1" strike="noStrike">
                <a:solidFill>
                  <a:srgbClr val="438086"/>
                </a:solidFill>
                <a:latin typeface="Georgia"/>
              </a:rPr>
              <a:t>23/10/25</a:t>
            </a:fld>
            <a:endParaRPr b="0" lang="pt-BR" sz="800" spc="-1" strike="noStrike">
              <a:latin typeface="Times New Roman"/>
            </a:endParaRPr>
          </a:p>
        </p:txBody>
      </p:sp>
      <p:sp>
        <p:nvSpPr>
          <p:cNvPr id="26" name="PlaceHolder 3"/>
          <p:cNvSpPr>
            <a:spLocks noGrp="1"/>
          </p:cNvSpPr>
          <p:nvPr>
            <p:ph type="ftr"/>
          </p:nvPr>
        </p:nvSpPr>
        <p:spPr>
          <a:xfrm>
            <a:off x="5410080" y="4205160"/>
            <a:ext cx="1294920" cy="456840"/>
          </a:xfrm>
          <a:prstGeom prst="rect">
            <a:avLst/>
          </a:prstGeom>
        </p:spPr>
        <p:txBody>
          <a:bodyPr lIns="90000" rIns="90000" tIns="45000" bIns="45000">
            <a:noAutofit/>
          </a:bodyPr>
          <a:p>
            <a:endParaRPr b="0" lang="pt-BR" sz="2400" spc="-1" strike="noStrike">
              <a:latin typeface="Times New Roman"/>
            </a:endParaRPr>
          </a:p>
        </p:txBody>
      </p:sp>
      <p:sp>
        <p:nvSpPr>
          <p:cNvPr id="27" name="PlaceHolder 4"/>
          <p:cNvSpPr>
            <a:spLocks noGrp="1"/>
          </p:cNvSpPr>
          <p:nvPr>
            <p:ph type="sldNum"/>
          </p:nvPr>
        </p:nvSpPr>
        <p:spPr>
          <a:xfrm>
            <a:off x="8319960" y="1440"/>
            <a:ext cx="747360" cy="364680"/>
          </a:xfrm>
          <a:prstGeom prst="rect">
            <a:avLst/>
          </a:prstGeom>
        </p:spPr>
        <p:txBody>
          <a:bodyPr lIns="90000" rIns="90000" tIns="45000" bIns="45000" anchor="b">
            <a:noAutofit/>
          </a:bodyPr>
          <a:p>
            <a:pPr algn="r">
              <a:lnSpc>
                <a:spcPct val="100000"/>
              </a:lnSpc>
            </a:pPr>
            <a:fld id="{2E369542-6E7D-4434-B118-B13A24580CE4}" type="slidenum">
              <a:rPr b="0" lang="pt-BR" sz="1800" spc="-1" strike="noStrike">
                <a:solidFill>
                  <a:srgbClr val="ffffff"/>
                </a:solidFill>
                <a:latin typeface="Georgia"/>
              </a:rPr>
              <a:t>&lt;número&gt;</a:t>
            </a:fld>
            <a:endParaRPr b="0" lang="pt-BR" sz="1800" spc="-1" strike="noStrike">
              <a:latin typeface="Times New Roman"/>
            </a:endParaRPr>
          </a:p>
        </p:txBody>
      </p:sp>
      <p:pic>
        <p:nvPicPr>
          <p:cNvPr id="28" name="Picture 3" descr="C:\Users\regis\Dropbox\ufc\ufc-logo.png"/>
          <p:cNvPicPr/>
          <p:nvPr/>
        </p:nvPicPr>
        <p:blipFill>
          <a:blip r:embed="rId2"/>
          <a:stretch/>
        </p:blipFill>
        <p:spPr>
          <a:xfrm>
            <a:off x="8028360" y="5445360"/>
            <a:ext cx="1017360" cy="1323720"/>
          </a:xfrm>
          <a:prstGeom prst="rect">
            <a:avLst/>
          </a:prstGeom>
          <a:ln w="0">
            <a:noFill/>
          </a:ln>
        </p:spPr>
      </p:pic>
      <p:sp>
        <p:nvSpPr>
          <p:cNvPr id="29" name="PlaceHolder 5"/>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pt-BR" sz="2800" spc="-1" strike="noStrike">
                <a:solidFill>
                  <a:srgbClr val="000000"/>
                </a:solidFill>
                <a:latin typeface="Georgia"/>
              </a:rPr>
              <a:t>Clique para editar o formato do texto da estrutura de tópicos</a:t>
            </a:r>
            <a:endParaRPr b="0" lang="pt-BR" sz="2800" spc="-1" strike="noStrike">
              <a:solidFill>
                <a:srgbClr val="000000"/>
              </a:solidFill>
              <a:latin typeface="Georgia"/>
            </a:endParaRPr>
          </a:p>
          <a:p>
            <a:pPr lvl="1" marL="864000" indent="-324000">
              <a:spcBef>
                <a:spcPts val="1134"/>
              </a:spcBef>
              <a:buClr>
                <a:srgbClr val="000000"/>
              </a:buClr>
              <a:buSzPct val="75000"/>
              <a:buFont typeface="Symbol" charset="2"/>
              <a:buChar char=""/>
            </a:pPr>
            <a:r>
              <a:rPr b="0" lang="pt-BR" sz="2400" spc="-1" strike="noStrike">
                <a:solidFill>
                  <a:srgbClr val="53548a"/>
                </a:solidFill>
                <a:latin typeface="Georgia"/>
              </a:rPr>
              <a:t>2.º nível da estrutura de tópicos</a:t>
            </a:r>
            <a:endParaRPr b="0" lang="pt-BR" sz="2400" spc="-1" strike="noStrike">
              <a:solidFill>
                <a:srgbClr val="53548a"/>
              </a:solidFill>
              <a:latin typeface="Georgia"/>
            </a:endParaRPr>
          </a:p>
          <a:p>
            <a:pPr lvl="2" marL="1296000" indent="-288000">
              <a:spcBef>
                <a:spcPts val="850"/>
              </a:spcBef>
              <a:buClr>
                <a:srgbClr val="000000"/>
              </a:buClr>
              <a:buSzPct val="45000"/>
              <a:buFont typeface="Wingdings" charset="2"/>
              <a:buChar char=""/>
            </a:pPr>
            <a:r>
              <a:rPr b="0" lang="pt-BR" sz="2200" spc="-1" strike="noStrike">
                <a:solidFill>
                  <a:srgbClr val="53548a"/>
                </a:solidFill>
                <a:latin typeface="Georgia"/>
              </a:rPr>
              <a:t>3.º nível da estrutura de tópicos</a:t>
            </a:r>
            <a:endParaRPr b="0" lang="pt-BR" sz="2200" spc="-1" strike="noStrike">
              <a:solidFill>
                <a:srgbClr val="53548a"/>
              </a:solidFill>
              <a:latin typeface="Georgia"/>
            </a:endParaRPr>
          </a:p>
          <a:p>
            <a:pPr lvl="3" marL="1728000" indent="-216000">
              <a:spcBef>
                <a:spcPts val="567"/>
              </a:spcBef>
              <a:buClr>
                <a:srgbClr val="000000"/>
              </a:buClr>
              <a:buSzPct val="75000"/>
              <a:buFont typeface="Symbol" charset="2"/>
              <a:buChar char=""/>
            </a:pPr>
            <a:r>
              <a:rPr b="0" lang="pt-BR" sz="2000" spc="-1" strike="noStrike">
                <a:solidFill>
                  <a:srgbClr val="a04da3"/>
                </a:solidFill>
                <a:latin typeface="Georgia"/>
              </a:rPr>
              <a:t>4.º nível da estrutura de tópicos</a:t>
            </a:r>
            <a:endParaRPr b="0" lang="pt-BR" sz="2000" spc="-1" strike="noStrike">
              <a:solidFill>
                <a:srgbClr val="a04da3"/>
              </a:solidFill>
              <a:latin typeface="Georgia"/>
            </a:endParaRPr>
          </a:p>
          <a:p>
            <a:pPr lvl="4" marL="2160000" indent="-216000">
              <a:spcBef>
                <a:spcPts val="283"/>
              </a:spcBef>
              <a:buClr>
                <a:srgbClr val="000000"/>
              </a:buClr>
              <a:buSzPct val="45000"/>
              <a:buFont typeface="Wingdings" charset="2"/>
              <a:buChar char=""/>
            </a:pPr>
            <a:r>
              <a:rPr b="0" lang="pt-BR" sz="2000" spc="-1" strike="noStrike">
                <a:solidFill>
                  <a:srgbClr val="a04da3"/>
                </a:solidFill>
                <a:latin typeface="Georgia"/>
              </a:rPr>
              <a:t>5.º nível da estrutura de tópicos</a:t>
            </a:r>
            <a:endParaRPr b="0" lang="pt-BR" sz="2000" spc="-1" strike="noStrike">
              <a:solidFill>
                <a:srgbClr val="a04da3"/>
              </a:solidFill>
              <a:latin typeface="Georgia"/>
            </a:endParaRPr>
          </a:p>
          <a:p>
            <a:pPr lvl="5" marL="2592000" indent="-216000">
              <a:spcBef>
                <a:spcPts val="283"/>
              </a:spcBef>
              <a:buClr>
                <a:srgbClr val="000000"/>
              </a:buClr>
              <a:buSzPct val="45000"/>
              <a:buFont typeface="Wingdings" charset="2"/>
              <a:buChar char=""/>
            </a:pPr>
            <a:r>
              <a:rPr b="0" lang="pt-BR" sz="2000" spc="-1" strike="noStrike">
                <a:solidFill>
                  <a:srgbClr val="a04da3"/>
                </a:solidFill>
                <a:latin typeface="Georgia"/>
              </a:rPr>
              <a:t>6.º nível da estrutura de tópicos</a:t>
            </a:r>
            <a:endParaRPr b="0" lang="pt-BR" sz="2000" spc="-1" strike="noStrike">
              <a:solidFill>
                <a:srgbClr val="a04da3"/>
              </a:solidFill>
              <a:latin typeface="Georgia"/>
            </a:endParaRPr>
          </a:p>
          <a:p>
            <a:pPr lvl="6" marL="3024000" indent="-216000">
              <a:spcBef>
                <a:spcPts val="283"/>
              </a:spcBef>
              <a:buClr>
                <a:srgbClr val="000000"/>
              </a:buClr>
              <a:buSzPct val="45000"/>
              <a:buFont typeface="Wingdings" charset="2"/>
              <a:buChar char=""/>
            </a:pPr>
            <a:r>
              <a:rPr b="0" lang="pt-BR" sz="2000" spc="-1" strike="noStrike">
                <a:solidFill>
                  <a:srgbClr val="a04da3"/>
                </a:solidFill>
                <a:latin typeface="Georgia"/>
              </a:rPr>
              <a:t>7.º nível da estrutura de tópicos</a:t>
            </a:r>
            <a:endParaRPr b="0" lang="pt-BR" sz="2000" spc="-1" strike="noStrike">
              <a:solidFill>
                <a:srgbClr val="a04da3"/>
              </a:solidFill>
              <a:latin typeface="Georgia"/>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Retângulo 27"/>
          <p:cNvSpPr/>
          <p:nvPr/>
        </p:nvSpPr>
        <p:spPr>
          <a:xfrm>
            <a:off x="0" y="366840"/>
            <a:ext cx="9143640" cy="8388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67" name="Retângulo 28"/>
          <p:cNvSpPr/>
          <p:nvPr/>
        </p:nvSpPr>
        <p:spPr>
          <a:xfrm>
            <a:off x="0" y="0"/>
            <a:ext cx="9143640" cy="310680"/>
          </a:xfrm>
          <a:prstGeom prst="rect">
            <a:avLst/>
          </a:prstGeom>
          <a:solidFill>
            <a:schemeClr val="tx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68" name="Retângulo 29"/>
          <p:cNvSpPr/>
          <p:nvPr/>
        </p:nvSpPr>
        <p:spPr>
          <a:xfrm>
            <a:off x="0" y="307800"/>
            <a:ext cx="9143640" cy="918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69" name="Retângulo 30"/>
          <p:cNvSpPr/>
          <p:nvPr/>
        </p:nvSpPr>
        <p:spPr>
          <a:xfrm flipV="1">
            <a:off x="5410080" y="360000"/>
            <a:ext cx="3733560" cy="900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0" name="Retângulo 31"/>
          <p:cNvSpPr/>
          <p:nvPr/>
        </p:nvSpPr>
        <p:spPr>
          <a:xfrm flipV="1">
            <a:off x="5410080" y="439200"/>
            <a:ext cx="3733560" cy="18072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1" name="Retângulo de cantos arredondados 32"/>
          <p:cNvSpPr/>
          <p:nvPr/>
        </p:nvSpPr>
        <p:spPr>
          <a:xfrm>
            <a:off x="5407200" y="496800"/>
            <a:ext cx="3063600" cy="2808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2" name="Retângulo de cantos arredondados 33"/>
          <p:cNvSpPr/>
          <p:nvPr/>
        </p:nvSpPr>
        <p:spPr>
          <a:xfrm>
            <a:off x="7373880" y="588960"/>
            <a:ext cx="1599840" cy="3600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3" name="Retângulo 34"/>
          <p:cNvSpPr/>
          <p:nvPr/>
        </p:nvSpPr>
        <p:spPr>
          <a:xfrm>
            <a:off x="9085320" y="-1440"/>
            <a:ext cx="56880" cy="620280"/>
          </a:xfrm>
          <a:prstGeom prst="rect">
            <a:avLst/>
          </a:prstGeom>
          <a:solidFill>
            <a:srgbClr val="ffffff">
              <a:alpha val="65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4" name="Retângulo 35"/>
          <p:cNvSpPr/>
          <p:nvPr/>
        </p:nvSpPr>
        <p:spPr>
          <a:xfrm>
            <a:off x="9043920" y="-1440"/>
            <a:ext cx="28080" cy="620280"/>
          </a:xfrm>
          <a:prstGeom prst="rect">
            <a:avLst/>
          </a:prstGeom>
          <a:solidFill>
            <a:srgbClr val="ffffff">
              <a:alpha val="65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5" name="Retângulo 36"/>
          <p:cNvSpPr/>
          <p:nvPr/>
        </p:nvSpPr>
        <p:spPr>
          <a:xfrm>
            <a:off x="9024840" y="-1440"/>
            <a:ext cx="9000" cy="620280"/>
          </a:xfrm>
          <a:prstGeom prst="rect">
            <a:avLst/>
          </a:prstGeom>
          <a:solidFill>
            <a:srgbClr val="ffffff">
              <a:alpha val="6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6" name="Retângulo 37"/>
          <p:cNvSpPr/>
          <p:nvPr/>
        </p:nvSpPr>
        <p:spPr>
          <a:xfrm>
            <a:off x="8975880" y="-1440"/>
            <a:ext cx="26640" cy="620280"/>
          </a:xfrm>
          <a:prstGeom prst="rect">
            <a:avLst/>
          </a:prstGeom>
          <a:solidFill>
            <a:srgbClr val="ffffff">
              <a:alpha val="4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7" name="Retângulo 38"/>
          <p:cNvSpPr/>
          <p:nvPr/>
        </p:nvSpPr>
        <p:spPr>
          <a:xfrm>
            <a:off x="8915400" y="0"/>
            <a:ext cx="55080" cy="585360"/>
          </a:xfrm>
          <a:prstGeom prst="rect">
            <a:avLst/>
          </a:prstGeom>
          <a:solidFill>
            <a:srgbClr val="ffffff">
              <a:alpha val="2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8" name="Retângulo 39"/>
          <p:cNvSpPr/>
          <p:nvPr/>
        </p:nvSpPr>
        <p:spPr>
          <a:xfrm>
            <a:off x="8874000" y="0"/>
            <a:ext cx="7560" cy="585360"/>
          </a:xfrm>
          <a:prstGeom prst="rect">
            <a:avLst/>
          </a:prstGeom>
          <a:solidFill>
            <a:srgbClr val="ffffff">
              <a:alpha val="3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79" name="PlaceHolder 1"/>
          <p:cNvSpPr>
            <a:spLocks noGrp="1"/>
          </p:cNvSpPr>
          <p:nvPr>
            <p:ph type="title"/>
          </p:nvPr>
        </p:nvSpPr>
        <p:spPr>
          <a:xfrm>
            <a:off x="457200" y="647640"/>
            <a:ext cx="8229240" cy="1066320"/>
          </a:xfrm>
          <a:prstGeom prst="rect">
            <a:avLst/>
          </a:prstGeom>
        </p:spPr>
        <p:txBody>
          <a:bodyPr anchor="ctr">
            <a:noAutofit/>
          </a:bodyPr>
          <a:p>
            <a:pPr>
              <a:lnSpc>
                <a:spcPct val="100000"/>
              </a:lnSpc>
            </a:pPr>
            <a:r>
              <a:rPr b="0" lang="pt-BR" sz="4000" spc="-1" strike="noStrike">
                <a:solidFill>
                  <a:srgbClr val="424456"/>
                </a:solidFill>
                <a:latin typeface="Trebuchet MS"/>
              </a:rPr>
              <a:t>Clique para editar o estilo do título mestre</a:t>
            </a:r>
            <a:endParaRPr b="0" lang="pt-BR" sz="4000" spc="-1" strike="noStrike">
              <a:solidFill>
                <a:srgbClr val="000000"/>
              </a:solidFill>
              <a:latin typeface="Georgia"/>
            </a:endParaRPr>
          </a:p>
        </p:txBody>
      </p:sp>
      <p:sp>
        <p:nvSpPr>
          <p:cNvPr id="80" name="PlaceHolder 2"/>
          <p:cNvSpPr>
            <a:spLocks noGrp="1"/>
          </p:cNvSpPr>
          <p:nvPr>
            <p:ph type="body"/>
          </p:nvPr>
        </p:nvSpPr>
        <p:spPr>
          <a:xfrm>
            <a:off x="457200" y="1785960"/>
            <a:ext cx="8229240" cy="4857480"/>
          </a:xfrm>
          <a:prstGeom prst="rect">
            <a:avLst/>
          </a:prstGeom>
        </p:spPr>
        <p:txBody>
          <a:bodyPr>
            <a:noAutofit/>
          </a:bodyPr>
          <a:p>
            <a:pPr marL="365040" indent="-255240">
              <a:lnSpc>
                <a:spcPct val="100000"/>
              </a:lnSpc>
              <a:spcBef>
                <a:spcPts val="300"/>
              </a:spcBef>
              <a:buClr>
                <a:srgbClr val="a04da3"/>
              </a:buClr>
              <a:buFont typeface="Georgia"/>
              <a:buChar char="•"/>
            </a:pPr>
            <a:r>
              <a:rPr b="0" lang="pt-BR" sz="2800" spc="-1" strike="noStrike">
                <a:solidFill>
                  <a:srgbClr val="000000"/>
                </a:solidFill>
                <a:latin typeface="Georgia"/>
              </a:rPr>
              <a:t>Clique para editar os estilos do texto mestre</a:t>
            </a:r>
            <a:endParaRPr b="0" lang="pt-BR" sz="28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Segundo nível</a:t>
            </a:r>
            <a:endParaRPr b="0" lang="pt-BR" sz="26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pt-BR" sz="2400" spc="-1" strike="noStrike">
                <a:solidFill>
                  <a:srgbClr val="53548a"/>
                </a:solidFill>
                <a:latin typeface="Georgia"/>
              </a:rPr>
              <a:t>Terceiro nível</a:t>
            </a:r>
            <a:endParaRPr b="0" lang="pt-BR" sz="2400" spc="-1" strike="noStrike">
              <a:solidFill>
                <a:srgbClr val="53548a"/>
              </a:solidFill>
              <a:latin typeface="Georgia"/>
            </a:endParaRPr>
          </a:p>
          <a:p>
            <a:pPr lvl="3" marL="1179360" indent="-199800">
              <a:lnSpc>
                <a:spcPct val="100000"/>
              </a:lnSpc>
              <a:spcBef>
                <a:spcPts val="300"/>
              </a:spcBef>
              <a:buClr>
                <a:srgbClr val="53548a"/>
              </a:buClr>
              <a:buFont typeface="Wingdings 2" charset="2"/>
              <a:buChar char=""/>
            </a:pPr>
            <a:r>
              <a:rPr b="0" lang="pt-BR" sz="2200" spc="-1" strike="noStrike">
                <a:solidFill>
                  <a:srgbClr val="53548a"/>
                </a:solidFill>
                <a:latin typeface="Georgia"/>
              </a:rPr>
              <a:t>Quarto nível</a:t>
            </a:r>
            <a:endParaRPr b="0" lang="pt-BR" sz="2200" spc="-1" strike="noStrike">
              <a:solidFill>
                <a:srgbClr val="a04da3"/>
              </a:solidFill>
              <a:latin typeface="Georgia"/>
            </a:endParaRPr>
          </a:p>
          <a:p>
            <a:pPr lvl="4" marL="1389240" indent="-182160">
              <a:lnSpc>
                <a:spcPct val="100000"/>
              </a:lnSpc>
              <a:spcBef>
                <a:spcPts val="300"/>
              </a:spcBef>
              <a:buClr>
                <a:srgbClr val="a04da3"/>
              </a:buClr>
              <a:buFont typeface="Georgia"/>
              <a:buChar char="▫"/>
            </a:pPr>
            <a:r>
              <a:rPr b="0" lang="pt-BR" sz="2000" spc="-1" strike="noStrike">
                <a:solidFill>
                  <a:srgbClr val="a04da3"/>
                </a:solidFill>
                <a:latin typeface="Georgia"/>
              </a:rPr>
              <a:t>Quinto nível</a:t>
            </a:r>
            <a:endParaRPr b="0" lang="pt-BR" sz="2000" spc="-1" strike="noStrike">
              <a:solidFill>
                <a:srgbClr val="a04da3"/>
              </a:solidFill>
              <a:latin typeface="Georgia"/>
            </a:endParaRPr>
          </a:p>
        </p:txBody>
      </p:sp>
      <p:sp>
        <p:nvSpPr>
          <p:cNvPr id="81" name="PlaceHolder 3"/>
          <p:cNvSpPr>
            <a:spLocks noGrp="1"/>
          </p:cNvSpPr>
          <p:nvPr>
            <p:ph type="dt"/>
          </p:nvPr>
        </p:nvSpPr>
        <p:spPr>
          <a:xfrm>
            <a:off x="6586560" y="612720"/>
            <a:ext cx="956880" cy="456840"/>
          </a:xfrm>
          <a:prstGeom prst="rect">
            <a:avLst/>
          </a:prstGeom>
        </p:spPr>
        <p:txBody>
          <a:bodyPr lIns="90000" rIns="90000" tIns="45000" bIns="45000">
            <a:noAutofit/>
          </a:bodyPr>
          <a:p>
            <a:pPr>
              <a:lnSpc>
                <a:spcPct val="100000"/>
              </a:lnSpc>
            </a:pPr>
            <a:fld id="{0C3988C9-5105-4B4F-B846-551B8172DB00}" type="datetime">
              <a:rPr b="0" lang="pt-BR" sz="800" spc="-1" strike="noStrike">
                <a:solidFill>
                  <a:srgbClr val="438086"/>
                </a:solidFill>
                <a:latin typeface="Georgia"/>
              </a:rPr>
              <a:t>23/10/25</a:t>
            </a:fld>
            <a:endParaRPr b="0" lang="pt-BR" sz="800" spc="-1" strike="noStrike">
              <a:latin typeface="Times New Roman"/>
            </a:endParaRPr>
          </a:p>
        </p:txBody>
      </p:sp>
      <p:sp>
        <p:nvSpPr>
          <p:cNvPr id="82" name="PlaceHolder 4"/>
          <p:cNvSpPr>
            <a:spLocks noGrp="1"/>
          </p:cNvSpPr>
          <p:nvPr>
            <p:ph type="ftr"/>
          </p:nvPr>
        </p:nvSpPr>
        <p:spPr>
          <a:xfrm>
            <a:off x="5257800" y="612720"/>
            <a:ext cx="1325160" cy="456840"/>
          </a:xfrm>
          <a:prstGeom prst="rect">
            <a:avLst/>
          </a:prstGeom>
        </p:spPr>
        <p:txBody>
          <a:bodyPr lIns="90000" rIns="90000" tIns="45000" bIns="45000">
            <a:noAutofit/>
          </a:bodyPr>
          <a:p>
            <a:endParaRPr b="0" lang="pt-BR" sz="2400" spc="-1" strike="noStrike">
              <a:latin typeface="Times New Roman"/>
            </a:endParaRPr>
          </a:p>
        </p:txBody>
      </p:sp>
      <p:sp>
        <p:nvSpPr>
          <p:cNvPr id="83" name="PlaceHolder 5"/>
          <p:cNvSpPr>
            <a:spLocks noGrp="1"/>
          </p:cNvSpPr>
          <p:nvPr>
            <p:ph type="sldNum"/>
          </p:nvPr>
        </p:nvSpPr>
        <p:spPr>
          <a:xfrm>
            <a:off x="8174160" y="1440"/>
            <a:ext cx="761760" cy="366480"/>
          </a:xfrm>
          <a:prstGeom prst="rect">
            <a:avLst/>
          </a:prstGeom>
        </p:spPr>
        <p:txBody>
          <a:bodyPr lIns="90000" rIns="90000" tIns="45000" bIns="45000" anchor="b">
            <a:noAutofit/>
          </a:bodyPr>
          <a:p>
            <a:pPr algn="r">
              <a:lnSpc>
                <a:spcPct val="100000"/>
              </a:lnSpc>
            </a:pPr>
            <a:fld id="{40A9165C-3A47-4DE8-A527-0032A7576CB7}" type="slidenum">
              <a:rPr b="0" lang="pt-BR" sz="1800" spc="-1" strike="noStrike">
                <a:solidFill>
                  <a:srgbClr val="ffffff"/>
                </a:solidFill>
                <a:latin typeface="Georgia"/>
              </a:rPr>
              <a:t>&lt;número&gt;</a:t>
            </a:fld>
            <a:endParaRPr b="0" lang="pt-BR" sz="18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Retângulo 27"/>
          <p:cNvSpPr/>
          <p:nvPr/>
        </p:nvSpPr>
        <p:spPr>
          <a:xfrm>
            <a:off x="0" y="366840"/>
            <a:ext cx="9143640" cy="8388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1" name="Retângulo 28"/>
          <p:cNvSpPr/>
          <p:nvPr/>
        </p:nvSpPr>
        <p:spPr>
          <a:xfrm>
            <a:off x="0" y="0"/>
            <a:ext cx="9143640" cy="310680"/>
          </a:xfrm>
          <a:prstGeom prst="rect">
            <a:avLst/>
          </a:prstGeom>
          <a:solidFill>
            <a:schemeClr val="tx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2" name="Retângulo 29"/>
          <p:cNvSpPr/>
          <p:nvPr/>
        </p:nvSpPr>
        <p:spPr>
          <a:xfrm>
            <a:off x="0" y="307800"/>
            <a:ext cx="9143640" cy="918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3" name="Retângulo 30"/>
          <p:cNvSpPr/>
          <p:nvPr/>
        </p:nvSpPr>
        <p:spPr>
          <a:xfrm flipV="1">
            <a:off x="5410080" y="360000"/>
            <a:ext cx="3733560" cy="90000"/>
          </a:xfrm>
          <a:prstGeom prst="rect">
            <a:avLst/>
          </a:prstGeom>
          <a:solidFill>
            <a:schemeClr val="accent2">
              <a:alpha val="10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4" name="Retângulo 31"/>
          <p:cNvSpPr/>
          <p:nvPr/>
        </p:nvSpPr>
        <p:spPr>
          <a:xfrm flipV="1">
            <a:off x="5410080" y="439200"/>
            <a:ext cx="3733560" cy="180720"/>
          </a:xfrm>
          <a:prstGeom prst="rect">
            <a:avLst/>
          </a:prstGeom>
          <a:solidFill>
            <a:schemeClr val="accent2">
              <a:alpha val="50000"/>
            </a:scheme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5" name="Retângulo de cantos arredondados 32"/>
          <p:cNvSpPr/>
          <p:nvPr/>
        </p:nvSpPr>
        <p:spPr>
          <a:xfrm>
            <a:off x="5407200" y="496800"/>
            <a:ext cx="3063600" cy="2808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6" name="Retângulo de cantos arredondados 33"/>
          <p:cNvSpPr/>
          <p:nvPr/>
        </p:nvSpPr>
        <p:spPr>
          <a:xfrm>
            <a:off x="7373880" y="588960"/>
            <a:ext cx="1599840" cy="36000"/>
          </a:xfrm>
          <a:prstGeom prst="roundRect">
            <a:avLst>
              <a:gd name="adj" fmla="val 16667"/>
            </a:avLst>
          </a:prstGeom>
          <a:solidFill>
            <a:srgbClr val="ffffff"/>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7" name="Retângulo 34"/>
          <p:cNvSpPr/>
          <p:nvPr/>
        </p:nvSpPr>
        <p:spPr>
          <a:xfrm>
            <a:off x="9085320" y="-1440"/>
            <a:ext cx="56880" cy="620280"/>
          </a:xfrm>
          <a:prstGeom prst="rect">
            <a:avLst/>
          </a:prstGeom>
          <a:solidFill>
            <a:srgbClr val="ffffff">
              <a:alpha val="65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8" name="Retângulo 35"/>
          <p:cNvSpPr/>
          <p:nvPr/>
        </p:nvSpPr>
        <p:spPr>
          <a:xfrm>
            <a:off x="9043920" y="-1440"/>
            <a:ext cx="28080" cy="620280"/>
          </a:xfrm>
          <a:prstGeom prst="rect">
            <a:avLst/>
          </a:prstGeom>
          <a:solidFill>
            <a:srgbClr val="ffffff">
              <a:alpha val="65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29" name="Retângulo 36"/>
          <p:cNvSpPr/>
          <p:nvPr/>
        </p:nvSpPr>
        <p:spPr>
          <a:xfrm>
            <a:off x="9024840" y="-1440"/>
            <a:ext cx="9000" cy="620280"/>
          </a:xfrm>
          <a:prstGeom prst="rect">
            <a:avLst/>
          </a:prstGeom>
          <a:solidFill>
            <a:srgbClr val="ffffff">
              <a:alpha val="6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30" name="Retângulo 37"/>
          <p:cNvSpPr/>
          <p:nvPr/>
        </p:nvSpPr>
        <p:spPr>
          <a:xfrm>
            <a:off x="8975880" y="-1440"/>
            <a:ext cx="26640" cy="620280"/>
          </a:xfrm>
          <a:prstGeom prst="rect">
            <a:avLst/>
          </a:prstGeom>
          <a:solidFill>
            <a:srgbClr val="ffffff">
              <a:alpha val="4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31" name="Retângulo 38"/>
          <p:cNvSpPr/>
          <p:nvPr/>
        </p:nvSpPr>
        <p:spPr>
          <a:xfrm>
            <a:off x="8915400" y="0"/>
            <a:ext cx="55080" cy="585360"/>
          </a:xfrm>
          <a:prstGeom prst="rect">
            <a:avLst/>
          </a:prstGeom>
          <a:solidFill>
            <a:srgbClr val="ffffff">
              <a:alpha val="2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32" name="Retângulo 39"/>
          <p:cNvSpPr/>
          <p:nvPr/>
        </p:nvSpPr>
        <p:spPr>
          <a:xfrm>
            <a:off x="8874000" y="0"/>
            <a:ext cx="7560" cy="585360"/>
          </a:xfrm>
          <a:prstGeom prst="rect">
            <a:avLst/>
          </a:prstGeom>
          <a:solidFill>
            <a:srgbClr val="ffffff">
              <a:alpha val="30000"/>
            </a:srgbClr>
          </a:solidFill>
          <a:ln w="50800">
            <a:noFill/>
          </a:ln>
          <a:effectLst>
            <a:outerShdw blurRad="51480" dir="5400000" dist="25560" rotWithShape="0">
              <a:srgbClr val="000000">
                <a:alpha val="40000"/>
              </a:srgbClr>
            </a:outerShdw>
          </a:effectLst>
        </p:spPr>
        <p:style>
          <a:lnRef idx="3">
            <a:schemeClr val="lt1"/>
          </a:lnRef>
          <a:fillRef idx="1">
            <a:schemeClr val="accent1"/>
          </a:fillRef>
          <a:effectRef idx="1">
            <a:schemeClr val="accent1"/>
          </a:effectRef>
          <a:fontRef idx="minor"/>
        </p:style>
      </p:sp>
      <p:sp>
        <p:nvSpPr>
          <p:cNvPr id="133" name="PlaceHolder 1"/>
          <p:cNvSpPr>
            <a:spLocks noGrp="1"/>
          </p:cNvSpPr>
          <p:nvPr>
            <p:ph type="dt"/>
          </p:nvPr>
        </p:nvSpPr>
        <p:spPr>
          <a:xfrm>
            <a:off x="6586560" y="612720"/>
            <a:ext cx="956880" cy="456840"/>
          </a:xfrm>
          <a:prstGeom prst="rect">
            <a:avLst/>
          </a:prstGeom>
        </p:spPr>
        <p:txBody>
          <a:bodyPr lIns="90000" rIns="90000" tIns="45000" bIns="45000">
            <a:noAutofit/>
          </a:bodyPr>
          <a:p>
            <a:pPr>
              <a:lnSpc>
                <a:spcPct val="100000"/>
              </a:lnSpc>
            </a:pPr>
            <a:fld id="{21DF6F89-BDE1-4549-8804-9340E180A8FB}" type="datetime">
              <a:rPr b="0" lang="pt-BR" sz="800" spc="-1" strike="noStrike">
                <a:solidFill>
                  <a:srgbClr val="438086"/>
                </a:solidFill>
                <a:latin typeface="Georgia"/>
              </a:rPr>
              <a:t>23/10/25</a:t>
            </a:fld>
            <a:endParaRPr b="0" lang="pt-BR" sz="800" spc="-1" strike="noStrike">
              <a:latin typeface="Times New Roman"/>
            </a:endParaRPr>
          </a:p>
        </p:txBody>
      </p:sp>
      <p:sp>
        <p:nvSpPr>
          <p:cNvPr id="134" name="PlaceHolder 2"/>
          <p:cNvSpPr>
            <a:spLocks noGrp="1"/>
          </p:cNvSpPr>
          <p:nvPr>
            <p:ph type="ftr"/>
          </p:nvPr>
        </p:nvSpPr>
        <p:spPr>
          <a:xfrm>
            <a:off x="5257800" y="612720"/>
            <a:ext cx="1325160" cy="456840"/>
          </a:xfrm>
          <a:prstGeom prst="rect">
            <a:avLst/>
          </a:prstGeom>
        </p:spPr>
        <p:txBody>
          <a:bodyPr lIns="90000" rIns="90000" tIns="45000" bIns="45000">
            <a:noAutofit/>
          </a:bodyPr>
          <a:p>
            <a:endParaRPr b="0" lang="pt-BR" sz="2400" spc="-1" strike="noStrike">
              <a:latin typeface="Times New Roman"/>
            </a:endParaRPr>
          </a:p>
        </p:txBody>
      </p:sp>
      <p:sp>
        <p:nvSpPr>
          <p:cNvPr id="135" name="PlaceHolder 3"/>
          <p:cNvSpPr>
            <a:spLocks noGrp="1"/>
          </p:cNvSpPr>
          <p:nvPr>
            <p:ph type="sldNum"/>
          </p:nvPr>
        </p:nvSpPr>
        <p:spPr>
          <a:xfrm>
            <a:off x="8174160" y="1440"/>
            <a:ext cx="761760" cy="366480"/>
          </a:xfrm>
          <a:prstGeom prst="rect">
            <a:avLst/>
          </a:prstGeom>
        </p:spPr>
        <p:txBody>
          <a:bodyPr lIns="90000" rIns="90000" tIns="45000" bIns="45000" anchor="b">
            <a:noAutofit/>
          </a:bodyPr>
          <a:p>
            <a:pPr algn="r">
              <a:lnSpc>
                <a:spcPct val="100000"/>
              </a:lnSpc>
            </a:pPr>
            <a:fld id="{CCD47F1F-B734-4265-898F-C80E69A8F693}" type="slidenum">
              <a:rPr b="0" lang="pt-BR" sz="1800" spc="-1" strike="noStrike">
                <a:solidFill>
                  <a:srgbClr val="ffffff"/>
                </a:solidFill>
                <a:latin typeface="Georgia"/>
              </a:rPr>
              <a:t>&lt;número&gt;</a:t>
            </a:fld>
            <a:endParaRPr b="0" lang="pt-BR" sz="1800" spc="-1" strike="noStrike">
              <a:latin typeface="Times New Roman"/>
            </a:endParaRPr>
          </a:p>
        </p:txBody>
      </p:sp>
      <p:sp>
        <p:nvSpPr>
          <p:cNvPr id="136" name="PlaceHolder 4"/>
          <p:cNvSpPr>
            <a:spLocks noGrp="1"/>
          </p:cNvSpPr>
          <p:nvPr>
            <p:ph type="title"/>
          </p:nvPr>
        </p:nvSpPr>
        <p:spPr>
          <a:xfrm>
            <a:off x="457200" y="273600"/>
            <a:ext cx="8229240" cy="1144800"/>
          </a:xfrm>
          <a:prstGeom prst="rect">
            <a:avLst/>
          </a:prstGeom>
        </p:spPr>
        <p:txBody>
          <a:bodyPr lIns="0" rIns="0" tIns="0" bIns="0" anchor="ctr">
            <a:noAutofit/>
          </a:bodyPr>
          <a:p>
            <a:r>
              <a:rPr b="0" lang="pt-BR" sz="4000" spc="-1" strike="noStrike">
                <a:solidFill>
                  <a:srgbClr val="000000"/>
                </a:solidFill>
                <a:latin typeface="Georgia"/>
              </a:rPr>
              <a:t>Clique para editar o formato do texto do título</a:t>
            </a:r>
            <a:endParaRPr b="0" lang="pt-BR" sz="4000" spc="-1" strike="noStrike">
              <a:solidFill>
                <a:srgbClr val="000000"/>
              </a:solidFill>
              <a:latin typeface="Georgia"/>
            </a:endParaRPr>
          </a:p>
        </p:txBody>
      </p:sp>
      <p:sp>
        <p:nvSpPr>
          <p:cNvPr id="137" name="PlaceHolder 5"/>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pt-BR" sz="2800" spc="-1" strike="noStrike">
                <a:solidFill>
                  <a:srgbClr val="000000"/>
                </a:solidFill>
                <a:latin typeface="Georgia"/>
              </a:rPr>
              <a:t>Clique para editar o formato do texto da estrutura de tópicos</a:t>
            </a:r>
            <a:endParaRPr b="0" lang="pt-BR" sz="2800" spc="-1" strike="noStrike">
              <a:solidFill>
                <a:srgbClr val="000000"/>
              </a:solidFill>
              <a:latin typeface="Georgia"/>
            </a:endParaRPr>
          </a:p>
          <a:p>
            <a:pPr lvl="1" marL="864000" indent="-324000">
              <a:spcBef>
                <a:spcPts val="1134"/>
              </a:spcBef>
              <a:buClr>
                <a:srgbClr val="000000"/>
              </a:buClr>
              <a:buSzPct val="75000"/>
              <a:buFont typeface="Symbol" charset="2"/>
              <a:buChar char=""/>
            </a:pPr>
            <a:r>
              <a:rPr b="0" lang="pt-BR" sz="2400" spc="-1" strike="noStrike">
                <a:solidFill>
                  <a:srgbClr val="53548a"/>
                </a:solidFill>
                <a:latin typeface="Georgia"/>
              </a:rPr>
              <a:t>2.º nível da estrutura de tópicos</a:t>
            </a:r>
            <a:endParaRPr b="0" lang="pt-BR" sz="2400" spc="-1" strike="noStrike">
              <a:solidFill>
                <a:srgbClr val="53548a"/>
              </a:solidFill>
              <a:latin typeface="Georgia"/>
            </a:endParaRPr>
          </a:p>
          <a:p>
            <a:pPr lvl="2" marL="1296000" indent="-288000">
              <a:spcBef>
                <a:spcPts val="850"/>
              </a:spcBef>
              <a:buClr>
                <a:srgbClr val="000000"/>
              </a:buClr>
              <a:buSzPct val="45000"/>
              <a:buFont typeface="Wingdings" charset="2"/>
              <a:buChar char=""/>
            </a:pPr>
            <a:r>
              <a:rPr b="0" lang="pt-BR" sz="2200" spc="-1" strike="noStrike">
                <a:solidFill>
                  <a:srgbClr val="53548a"/>
                </a:solidFill>
                <a:latin typeface="Georgia"/>
              </a:rPr>
              <a:t>3.º nível da estrutura de tópicos</a:t>
            </a:r>
            <a:endParaRPr b="0" lang="pt-BR" sz="2200" spc="-1" strike="noStrike">
              <a:solidFill>
                <a:srgbClr val="53548a"/>
              </a:solidFill>
              <a:latin typeface="Georgia"/>
            </a:endParaRPr>
          </a:p>
          <a:p>
            <a:pPr lvl="3" marL="1728000" indent="-216000">
              <a:spcBef>
                <a:spcPts val="567"/>
              </a:spcBef>
              <a:buClr>
                <a:srgbClr val="000000"/>
              </a:buClr>
              <a:buSzPct val="75000"/>
              <a:buFont typeface="Symbol" charset="2"/>
              <a:buChar char=""/>
            </a:pPr>
            <a:r>
              <a:rPr b="0" lang="pt-BR" sz="2000" spc="-1" strike="noStrike">
                <a:solidFill>
                  <a:srgbClr val="a04da3"/>
                </a:solidFill>
                <a:latin typeface="Georgia"/>
              </a:rPr>
              <a:t>4.º nível da estrutura de tópicos</a:t>
            </a:r>
            <a:endParaRPr b="0" lang="pt-BR" sz="2000" spc="-1" strike="noStrike">
              <a:solidFill>
                <a:srgbClr val="a04da3"/>
              </a:solidFill>
              <a:latin typeface="Georgia"/>
            </a:endParaRPr>
          </a:p>
          <a:p>
            <a:pPr lvl="4" marL="2160000" indent="-216000">
              <a:spcBef>
                <a:spcPts val="283"/>
              </a:spcBef>
              <a:buClr>
                <a:srgbClr val="000000"/>
              </a:buClr>
              <a:buSzPct val="45000"/>
              <a:buFont typeface="Wingdings" charset="2"/>
              <a:buChar char=""/>
            </a:pPr>
            <a:r>
              <a:rPr b="0" lang="pt-BR" sz="2000" spc="-1" strike="noStrike">
                <a:solidFill>
                  <a:srgbClr val="a04da3"/>
                </a:solidFill>
                <a:latin typeface="Georgia"/>
              </a:rPr>
              <a:t>5.º nível da estrutura de tópicos</a:t>
            </a:r>
            <a:endParaRPr b="0" lang="pt-BR" sz="2000" spc="-1" strike="noStrike">
              <a:solidFill>
                <a:srgbClr val="a04da3"/>
              </a:solidFill>
              <a:latin typeface="Georgia"/>
            </a:endParaRPr>
          </a:p>
          <a:p>
            <a:pPr lvl="5" marL="2592000" indent="-216000">
              <a:spcBef>
                <a:spcPts val="283"/>
              </a:spcBef>
              <a:buClr>
                <a:srgbClr val="000000"/>
              </a:buClr>
              <a:buSzPct val="45000"/>
              <a:buFont typeface="Wingdings" charset="2"/>
              <a:buChar char=""/>
            </a:pPr>
            <a:r>
              <a:rPr b="0" lang="pt-BR" sz="2000" spc="-1" strike="noStrike">
                <a:solidFill>
                  <a:srgbClr val="a04da3"/>
                </a:solidFill>
                <a:latin typeface="Georgia"/>
              </a:rPr>
              <a:t>6.º nível da estrutura de tópicos</a:t>
            </a:r>
            <a:endParaRPr b="0" lang="pt-BR" sz="2000" spc="-1" strike="noStrike">
              <a:solidFill>
                <a:srgbClr val="a04da3"/>
              </a:solidFill>
              <a:latin typeface="Georgia"/>
            </a:endParaRPr>
          </a:p>
          <a:p>
            <a:pPr lvl="6" marL="3024000" indent="-216000">
              <a:spcBef>
                <a:spcPts val="283"/>
              </a:spcBef>
              <a:buClr>
                <a:srgbClr val="000000"/>
              </a:buClr>
              <a:buSzPct val="45000"/>
              <a:buFont typeface="Wingdings" charset="2"/>
              <a:buChar char=""/>
            </a:pPr>
            <a:r>
              <a:rPr b="0" lang="pt-BR" sz="2000" spc="-1" strike="noStrike">
                <a:solidFill>
                  <a:srgbClr val="a04da3"/>
                </a:solidFill>
                <a:latin typeface="Georgia"/>
              </a:rPr>
              <a:t>7.º nível da estrutura de tópicos</a:t>
            </a:r>
            <a:endParaRPr b="0" lang="pt-BR" sz="2000" spc="-1" strike="noStrike">
              <a:solidFill>
                <a:srgbClr val="a04da3"/>
              </a:solidFill>
              <a:latin typeface="Georgia"/>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hyperlink" Target="https://github.com/pymupdf/PyMuPDF" TargetMode="External"/><Relationship Id="rId2" Type="http://schemas.openxmlformats.org/officeDocument/2006/relationships/hyperlink" Target="https://github.com/jsvine/pdfplumber" TargetMode="External"/><Relationship Id="rId3" Type="http://schemas.openxmlformats.org/officeDocument/2006/relationships/hyperlink" Target="https://github.com/pdfminer/pdfminer.six" TargetMode="External"/><Relationship Id="rId4"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hyperlink" Target="https://github.com/tesseract-ocr/tesseract" TargetMode="External"/><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Retângulo 16"/>
          <p:cNvSpPr/>
          <p:nvPr/>
        </p:nvSpPr>
        <p:spPr>
          <a:xfrm>
            <a:off x="357120" y="3929040"/>
            <a:ext cx="8786520" cy="29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81" name="Título 1"/>
          <p:cNvSpPr txBox="1"/>
          <p:nvPr/>
        </p:nvSpPr>
        <p:spPr>
          <a:xfrm>
            <a:off x="328680" y="1571760"/>
            <a:ext cx="8457840" cy="2085480"/>
          </a:xfrm>
          <a:prstGeom prst="rect">
            <a:avLst/>
          </a:prstGeom>
          <a:noFill/>
          <a:ln w="0">
            <a:noFill/>
          </a:ln>
        </p:spPr>
        <p:txBody>
          <a:bodyPr anchor="b">
            <a:noAutofit/>
          </a:bodyPr>
          <a:p>
            <a:pPr>
              <a:lnSpc>
                <a:spcPct val="100000"/>
              </a:lnSpc>
            </a:pPr>
            <a:r>
              <a:rPr b="0" lang="pt-BR" sz="4400" spc="-1" strike="noStrike">
                <a:solidFill>
                  <a:srgbClr val="ffffff"/>
                </a:solidFill>
                <a:latin typeface="Trebuchet MS"/>
              </a:rPr>
              <a:t>Desenvolvimento de Software para Persistência</a:t>
            </a:r>
            <a:br/>
            <a:br/>
            <a:r>
              <a:rPr b="0" lang="en-US" sz="4400" spc="-1" strike="noStrike">
                <a:solidFill>
                  <a:srgbClr val="ffffff"/>
                </a:solidFill>
                <a:latin typeface="Trebuchet MS"/>
              </a:rPr>
              <a:t>Tipos de Dados:</a:t>
            </a:r>
            <a:br/>
            <a:r>
              <a:rPr b="0" lang="en-US" sz="2800" spc="-1" strike="noStrike">
                <a:solidFill>
                  <a:srgbClr val="ffffff"/>
                </a:solidFill>
                <a:latin typeface="Trebuchet MS"/>
              </a:rPr>
              <a:t>Estruturados, semiestruturados e não estruturados</a:t>
            </a:r>
            <a:endParaRPr b="0" lang="pt-BR" sz="2800" spc="-1" strike="noStrike">
              <a:solidFill>
                <a:srgbClr val="000000"/>
              </a:solidFill>
              <a:latin typeface="Georgia"/>
            </a:endParaRPr>
          </a:p>
        </p:txBody>
      </p:sp>
      <p:sp>
        <p:nvSpPr>
          <p:cNvPr id="182" name="Subtítulo 2"/>
          <p:cNvSpPr txBox="1"/>
          <p:nvPr/>
        </p:nvSpPr>
        <p:spPr>
          <a:xfrm>
            <a:off x="199800" y="5805360"/>
            <a:ext cx="7972200" cy="791640"/>
          </a:xfrm>
          <a:prstGeom prst="rect">
            <a:avLst/>
          </a:prstGeom>
          <a:noFill/>
          <a:ln w="0">
            <a:noFill/>
          </a:ln>
        </p:spPr>
        <p:txBody>
          <a:bodyPr>
            <a:noAutofit/>
          </a:bodyPr>
          <a:p>
            <a:pPr>
              <a:lnSpc>
                <a:spcPct val="100000"/>
              </a:lnSpc>
              <a:spcBef>
                <a:spcPts val="700"/>
              </a:spcBef>
              <a:spcAft>
                <a:spcPts val="300"/>
              </a:spcAft>
              <a:tabLst>
                <a:tab algn="l" pos="0"/>
              </a:tabLst>
            </a:pPr>
            <a:r>
              <a:rPr b="0" lang="en-GB" sz="2000" spc="-1" strike="noStrike">
                <a:solidFill>
                  <a:srgbClr val="424456"/>
                </a:solidFill>
                <a:latin typeface="Georgia"/>
              </a:rPr>
              <a:t>Prof. Regis Pires Magalhães</a:t>
            </a:r>
            <a:endParaRPr b="0" lang="pt-BR" sz="2000" spc="-1" strike="noStrike">
              <a:latin typeface="Arial"/>
            </a:endParaRPr>
          </a:p>
          <a:p>
            <a:pPr>
              <a:lnSpc>
                <a:spcPct val="100000"/>
              </a:lnSpc>
              <a:spcBef>
                <a:spcPts val="451"/>
              </a:spcBef>
              <a:spcAft>
                <a:spcPts val="201"/>
              </a:spcAft>
              <a:tabLst>
                <a:tab algn="l" pos="0"/>
              </a:tabLst>
            </a:pPr>
            <a:r>
              <a:rPr b="0" lang="en-GB" sz="2000" spc="-1" strike="noStrike">
                <a:solidFill>
                  <a:srgbClr val="424456"/>
                </a:solidFill>
                <a:latin typeface="Georgia"/>
              </a:rPr>
              <a:t>regismagalhaes@ufc.br</a:t>
            </a:r>
            <a:endParaRPr b="0" lang="pt-BR" sz="2000" spc="-1" strike="noStrike">
              <a:latin typeface="Arial"/>
            </a:endParaRPr>
          </a:p>
        </p:txBody>
      </p:sp>
      <p:pic>
        <p:nvPicPr>
          <p:cNvPr id="183" name="Picture 2" descr="http://guiadoestudante.abril.com.br/blogs/atualidades-vestibular/files/2013/06/BrasaoUFC_wikimediacommons.png"/>
          <p:cNvPicPr/>
          <p:nvPr/>
        </p:nvPicPr>
        <p:blipFill>
          <a:blip r:embed="rId1"/>
          <a:stretch/>
        </p:blipFill>
        <p:spPr>
          <a:xfrm>
            <a:off x="7956360" y="5085360"/>
            <a:ext cx="957600" cy="15710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3600" spc="-1" strike="noStrike">
                <a:solidFill>
                  <a:srgbClr val="424456"/>
                </a:solidFill>
                <a:latin typeface="Trebuchet MS"/>
              </a:rPr>
              <a:t>Dados estruturados, semiestruturados e não estruturados</a:t>
            </a:r>
            <a:endParaRPr b="0" lang="pt-BR" sz="3600" spc="-1" strike="noStrike">
              <a:solidFill>
                <a:srgbClr val="000000"/>
              </a:solidFill>
              <a:latin typeface="Georgia"/>
            </a:endParaRPr>
          </a:p>
        </p:txBody>
      </p:sp>
      <p:sp>
        <p:nvSpPr>
          <p:cNvPr id="185"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800" spc="-1" strike="noStrike">
                <a:solidFill>
                  <a:srgbClr val="ff0000"/>
                </a:solidFill>
                <a:latin typeface="Georgia"/>
              </a:rPr>
              <a:t>Dados estruturados</a:t>
            </a:r>
            <a:endParaRPr b="0" lang="pt-BR" sz="28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Representados em um formato estrito. </a:t>
            </a:r>
            <a:endParaRPr b="0" lang="pt-BR" sz="2600" spc="-1" strike="noStrike">
              <a:solidFill>
                <a:srgbClr val="53548a"/>
              </a:solidFill>
              <a:latin typeface="Georgia"/>
            </a:endParaRPr>
          </a:p>
          <a:p>
            <a:pPr lvl="2" marL="1296000" indent="-288000">
              <a:spcBef>
                <a:spcPts val="850"/>
              </a:spcBef>
              <a:buClr>
                <a:srgbClr val="000000"/>
              </a:buClr>
              <a:buSzPct val="45000"/>
              <a:buFont typeface="Wingdings" charset="2"/>
              <a:buChar char=""/>
            </a:pPr>
            <a:r>
              <a:rPr b="0" lang="pt-BR" sz="2600" spc="-1" strike="noStrike">
                <a:solidFill>
                  <a:srgbClr val="438086"/>
                </a:solidFill>
                <a:latin typeface="Georgia"/>
              </a:rPr>
              <a:t>Ex: registro em uma tabela relacional segue o mesmo formato dos outros registros da tabela.</a:t>
            </a:r>
            <a:endParaRPr b="0" lang="pt-BR" sz="26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Para dados estruturados, projeta-se cuidadosamente o esquema de banco de dados a fim de definir a estrutura do banco de dados. </a:t>
            </a:r>
            <a:endParaRPr b="0" lang="pt-BR" sz="26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O SGBD verifica se todos os dados seguem as estruturas e restrições especificadas no esquema.</a:t>
            </a:r>
            <a:endParaRPr b="0" lang="pt-BR" sz="2600" spc="-1" strike="noStrike">
              <a:solidFill>
                <a:srgbClr val="53548a"/>
              </a:solidFill>
              <a:latin typeface="Georgi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3600" spc="-1" strike="noStrike">
                <a:solidFill>
                  <a:srgbClr val="424456"/>
                </a:solidFill>
                <a:latin typeface="Trebuchet MS"/>
              </a:rPr>
              <a:t>Dados estruturados, semiestruturados e não estruturados</a:t>
            </a:r>
            <a:endParaRPr b="0" lang="pt-BR" sz="3600" spc="-1" strike="noStrike">
              <a:solidFill>
                <a:srgbClr val="000000"/>
              </a:solidFill>
              <a:latin typeface="Georgia"/>
            </a:endParaRPr>
          </a:p>
        </p:txBody>
      </p:sp>
      <p:sp>
        <p:nvSpPr>
          <p:cNvPr id="187"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400" spc="-1" strike="noStrike">
                <a:solidFill>
                  <a:srgbClr val="ff0000"/>
                </a:solidFill>
                <a:latin typeface="Georgia"/>
              </a:rPr>
              <a:t>Dados semiestruturados</a:t>
            </a:r>
            <a:endParaRPr b="0" lang="pt-BR" sz="24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Os dados podem ter uma estrutura, mas nem toda a informação coletada terá a estrutura idêntica.</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Alguns atributos podem ser compartilhados entre as diversas entidades, mas outros podem existir apenas em algumas entidades. </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Atributos adicionais podem ser introduzidos em alguns dos itens de dados mais novos a qualquer momento, e não existe esquema predefinido.</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Diversos modelos de dados foram introduzidos para representar dados semiestruturados, geralmente com base no uso de estruturas de dados de árvore ou grafo, em vez das estruturas do modelo relacional plano.</a:t>
            </a:r>
            <a:endParaRPr b="0" lang="pt-BR" sz="2400" spc="-1" strike="noStrike">
              <a:solidFill>
                <a:srgbClr val="53548a"/>
              </a:solidFill>
              <a:latin typeface="Georgi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3600" spc="-1" strike="noStrike">
                <a:solidFill>
                  <a:srgbClr val="424456"/>
                </a:solidFill>
                <a:latin typeface="Trebuchet MS"/>
              </a:rPr>
              <a:t>Dados estruturados, semiestruturados e não estruturados</a:t>
            </a:r>
            <a:endParaRPr b="0" lang="pt-BR" sz="3600" spc="-1" strike="noStrike">
              <a:solidFill>
                <a:srgbClr val="000000"/>
              </a:solidFill>
              <a:latin typeface="Georgia"/>
            </a:endParaRPr>
          </a:p>
        </p:txBody>
      </p:sp>
      <p:sp>
        <p:nvSpPr>
          <p:cNvPr id="189"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400" spc="-1" strike="noStrike">
                <a:solidFill>
                  <a:srgbClr val="ff0000"/>
                </a:solidFill>
                <a:latin typeface="Georgia"/>
              </a:rPr>
              <a:t>Dados semiestruturados</a:t>
            </a:r>
            <a:endParaRPr b="0" lang="pt-BR" sz="24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Nos dados semiestruturados, a informação do esquema é misturada com os valores dos dados, já que cada objeto de dados pode ter atributos diferentes que não são conhecidos antecipadamente. </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Logo, esse tipo de dado às vezes é chamado de dados autodescritivos. </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Os dados semiestruturados podem ser exibidos como um grafo direcionado.</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Esse modelo é capaz de representar objetos complexos e estruturas aninhadas.</a:t>
            </a:r>
            <a:endParaRPr b="0" lang="pt-BR" sz="2400" spc="-1" strike="noStrike">
              <a:solidFill>
                <a:srgbClr val="53548a"/>
              </a:solidFill>
              <a:latin typeface="Georgi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0" name="Picture 2" descr=""/>
          <p:cNvPicPr/>
          <p:nvPr/>
        </p:nvPicPr>
        <p:blipFill>
          <a:blip r:embed="rId1"/>
          <a:stretch/>
        </p:blipFill>
        <p:spPr>
          <a:xfrm>
            <a:off x="899640" y="2277000"/>
            <a:ext cx="6932520" cy="4263840"/>
          </a:xfrm>
          <a:prstGeom prst="rect">
            <a:avLst/>
          </a:prstGeom>
          <a:ln w="0">
            <a:noFill/>
          </a:ln>
        </p:spPr>
      </p:pic>
      <p:sp>
        <p:nvSpPr>
          <p:cNvPr id="191"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3600" spc="-1" strike="noStrike">
                <a:solidFill>
                  <a:srgbClr val="424456"/>
                </a:solidFill>
                <a:latin typeface="Trebuchet MS"/>
              </a:rPr>
              <a:t>Dados estruturados, semiestruturados e não estruturados</a:t>
            </a:r>
            <a:endParaRPr b="0" lang="pt-BR" sz="3600" spc="-1" strike="noStrike">
              <a:solidFill>
                <a:srgbClr val="000000"/>
              </a:solidFill>
              <a:latin typeface="Georgia"/>
            </a:endParaRPr>
          </a:p>
        </p:txBody>
      </p:sp>
      <p:sp>
        <p:nvSpPr>
          <p:cNvPr id="192"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400" spc="-1" strike="noStrike">
                <a:solidFill>
                  <a:srgbClr val="ff0000"/>
                </a:solidFill>
                <a:latin typeface="Georgia"/>
              </a:rPr>
              <a:t>Dados semiestruturados </a:t>
            </a:r>
            <a:r>
              <a:rPr b="0" lang="pt-BR" sz="2400" spc="-1" strike="noStrike">
                <a:solidFill>
                  <a:srgbClr val="000000"/>
                </a:solidFill>
                <a:latin typeface="Georgia"/>
              </a:rPr>
              <a:t>representados como um grafo direcionado:</a:t>
            </a:r>
            <a:endParaRPr b="0" lang="pt-BR" sz="2400" spc="-1" strike="noStrike">
              <a:solidFill>
                <a:srgbClr val="000000"/>
              </a:solidFill>
              <a:latin typeface="Georgia"/>
            </a:endParaRPr>
          </a:p>
          <a:p>
            <a:endParaRPr b="0" lang="pt-BR" sz="24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3600" spc="-1" strike="noStrike">
                <a:solidFill>
                  <a:srgbClr val="424456"/>
                </a:solidFill>
                <a:latin typeface="Trebuchet MS"/>
              </a:rPr>
              <a:t>Dados estruturados, semiestruturados e não estruturados</a:t>
            </a:r>
            <a:endParaRPr b="0" lang="pt-BR" sz="3600" spc="-1" strike="noStrike">
              <a:solidFill>
                <a:srgbClr val="000000"/>
              </a:solidFill>
              <a:latin typeface="Georgia"/>
            </a:endParaRPr>
          </a:p>
        </p:txBody>
      </p:sp>
      <p:sp>
        <p:nvSpPr>
          <p:cNvPr id="194"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400" spc="-1" strike="noStrike">
                <a:solidFill>
                  <a:srgbClr val="ff0000"/>
                </a:solidFill>
                <a:latin typeface="Georgia"/>
              </a:rPr>
              <a:t>Dados semiestruturados</a:t>
            </a:r>
            <a:endParaRPr b="0" lang="pt-BR" sz="24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A informação do esquema (nomes de atributos, relacionamentos e classes) no modelo semiestruturado é misturado com os objetos e seus valores de dados na mesma estrutura de dados.</a:t>
            </a:r>
            <a:endParaRPr b="0" lang="pt-BR" sz="24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400" spc="-1" strike="noStrike">
                <a:solidFill>
                  <a:srgbClr val="438086"/>
                </a:solidFill>
                <a:latin typeface="Georgia"/>
              </a:rPr>
              <a:t>No modelo semiestruturado não existe requisito para um esquema predefinido ao qual os objetos de dados precisam se adequar, embora seja possível definir um esquema, se necessário.</a:t>
            </a:r>
            <a:endParaRPr b="0" lang="pt-BR" sz="2400" spc="-1" strike="noStrike">
              <a:solidFill>
                <a:srgbClr val="53548a"/>
              </a:solidFill>
              <a:latin typeface="Georgia"/>
            </a:endParaRPr>
          </a:p>
          <a:p>
            <a:endParaRPr b="0" lang="pt-BR" sz="24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3600" spc="-1" strike="noStrike">
                <a:solidFill>
                  <a:srgbClr val="424456"/>
                </a:solidFill>
                <a:latin typeface="Trebuchet MS"/>
              </a:rPr>
              <a:t>Dados estruturados, semiestruturados e não estruturados</a:t>
            </a:r>
            <a:endParaRPr b="0" lang="pt-BR" sz="3600" spc="-1" strike="noStrike">
              <a:solidFill>
                <a:srgbClr val="000000"/>
              </a:solidFill>
              <a:latin typeface="Georgia"/>
            </a:endParaRPr>
          </a:p>
        </p:txBody>
      </p:sp>
      <p:sp>
        <p:nvSpPr>
          <p:cNvPr id="196"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000" spc="-1" strike="noStrike">
                <a:solidFill>
                  <a:srgbClr val="ff0000"/>
                </a:solidFill>
                <a:latin typeface="Georgia"/>
              </a:rPr>
              <a:t>Dados não estruturados</a:t>
            </a:r>
            <a:endParaRPr b="0" lang="pt-BR" sz="20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000" spc="-1" strike="noStrike">
                <a:solidFill>
                  <a:srgbClr val="438086"/>
                </a:solidFill>
                <a:latin typeface="Georgia"/>
              </a:rPr>
              <a:t>Além de dados estruturados e semiestruturados, existe uma terceira categoria, conhecida como dados não estruturados porque existe indicação muito limitada sobre o tipo de dados. </a:t>
            </a:r>
            <a:endParaRPr b="0" lang="pt-BR" sz="20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000" spc="-1" strike="noStrike">
                <a:solidFill>
                  <a:srgbClr val="438086"/>
                </a:solidFill>
                <a:latin typeface="Georgia"/>
              </a:rPr>
              <a:t>Ex: documento de texto com informações incorporadas a ele. </a:t>
            </a:r>
            <a:endParaRPr b="0" lang="pt-BR" sz="20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pt-BR" sz="2000" spc="-1" strike="noStrike">
                <a:solidFill>
                  <a:srgbClr val="53548a"/>
                </a:solidFill>
                <a:latin typeface="Georgia"/>
              </a:rPr>
              <a:t>As páginas HTML que contêm alguns dados são consideradas dados não estruturados. </a:t>
            </a:r>
            <a:endParaRPr b="0" lang="pt-BR" sz="20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pt-BR" sz="2000" spc="-1" strike="noStrike">
                <a:solidFill>
                  <a:srgbClr val="53548a"/>
                </a:solidFill>
                <a:latin typeface="Georgia"/>
              </a:rPr>
              <a:t>As tags HTML especificam informações, como parágrafos, níveis de cabeçalho nos documentos, etc.</a:t>
            </a:r>
            <a:endParaRPr b="0" lang="pt-BR" sz="20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pt-BR" sz="2000" spc="-1" strike="noStrike">
                <a:solidFill>
                  <a:srgbClr val="53548a"/>
                </a:solidFill>
                <a:latin typeface="Georgia"/>
              </a:rPr>
              <a:t>Algumas tags oferecem estruturação de texto, como na especificação de lista numerada ou não numerada, ou de tabela. </a:t>
            </a:r>
            <a:endParaRPr b="0" lang="pt-BR" sz="20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pt-BR" sz="2000" spc="-1" strike="noStrike">
                <a:solidFill>
                  <a:srgbClr val="53548a"/>
                </a:solidFill>
                <a:latin typeface="Georgia"/>
              </a:rPr>
              <a:t>Mesmo essas tags de estruturação especificam que os dados textuais devem ser exibidos de certa maneira, em vez de indicar o tipo de dado representado na tabela.</a:t>
            </a:r>
            <a:endParaRPr b="0" lang="pt-BR" sz="2000" spc="-1" strike="noStrike">
              <a:solidFill>
                <a:srgbClr val="53548a"/>
              </a:solidFill>
              <a:latin typeface="Georgi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itle 1"/>
          <p:cNvSpPr txBox="1"/>
          <p:nvPr/>
        </p:nvSpPr>
        <p:spPr>
          <a:xfrm>
            <a:off x="230760" y="188640"/>
            <a:ext cx="8229240" cy="1066320"/>
          </a:xfrm>
          <a:prstGeom prst="rect">
            <a:avLst/>
          </a:prstGeom>
          <a:noFill/>
          <a:ln w="0">
            <a:noFill/>
          </a:ln>
        </p:spPr>
        <p:txBody>
          <a:bodyPr anchor="ctr">
            <a:noAutofit/>
          </a:bodyPr>
          <a:p>
            <a:pPr>
              <a:lnSpc>
                <a:spcPct val="100000"/>
              </a:lnSpc>
            </a:pPr>
            <a:r>
              <a:rPr b="0" lang="pt-BR" sz="4000" spc="-1" strike="noStrike">
                <a:solidFill>
                  <a:srgbClr val="424456"/>
                </a:solidFill>
                <a:latin typeface="Trebuchet MS"/>
              </a:rPr>
              <a:t>Scraping Tools</a:t>
            </a:r>
            <a:endParaRPr b="0" lang="pt-BR" sz="4000" spc="-1" strike="noStrike">
              <a:solidFill>
                <a:srgbClr val="000000"/>
              </a:solidFill>
              <a:latin typeface="Georgia"/>
            </a:endParaRPr>
          </a:p>
        </p:txBody>
      </p:sp>
      <p:sp>
        <p:nvSpPr>
          <p:cNvPr id="198" name="Content Placeholder 2"/>
          <p:cNvSpPr txBox="1"/>
          <p:nvPr/>
        </p:nvSpPr>
        <p:spPr>
          <a:xfrm>
            <a:off x="230760" y="109152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800" spc="-1" strike="noStrike">
                <a:solidFill>
                  <a:srgbClr val="000000"/>
                </a:solidFill>
                <a:latin typeface="Georgia"/>
              </a:rPr>
              <a:t>BeautifulSoup</a:t>
            </a:r>
            <a:endParaRPr b="0" lang="pt-BR" sz="2800" spc="-1" strike="noStrike">
              <a:solidFill>
                <a:srgbClr val="000000"/>
              </a:solidFill>
              <a:latin typeface="Georgia"/>
            </a:endParaRPr>
          </a:p>
        </p:txBody>
      </p:sp>
      <p:sp>
        <p:nvSpPr>
          <p:cNvPr id="199" name="CaixaDeTexto 6"/>
          <p:cNvSpPr/>
          <p:nvPr/>
        </p:nvSpPr>
        <p:spPr>
          <a:xfrm>
            <a:off x="179640" y="1556640"/>
            <a:ext cx="8805240" cy="4992120"/>
          </a:xfrm>
          <a:prstGeom prst="rect">
            <a:avLst/>
          </a:prstGeom>
          <a:noFill/>
          <a:ln w="0">
            <a:solidFill>
              <a:srgbClr val="53548a"/>
            </a:solidFill>
          </a:ln>
        </p:spPr>
        <p:style>
          <a:lnRef idx="0"/>
          <a:fillRef idx="0"/>
          <a:effectRef idx="0"/>
          <a:fontRef idx="minor"/>
        </p:style>
        <p:txBody>
          <a:bodyPr lIns="90000" rIns="90000" tIns="45000" bIns="45000">
            <a:spAutoFit/>
          </a:bodyPr>
          <a:p>
            <a:pPr>
              <a:lnSpc>
                <a:spcPct val="100000"/>
              </a:lnSpc>
            </a:pPr>
            <a:r>
              <a:rPr b="0" lang="pt-BR" sz="1400" spc="-1" strike="noStrike">
                <a:solidFill>
                  <a:srgbClr val="af00db"/>
                </a:solidFill>
                <a:latin typeface="Consolas"/>
              </a:rPr>
              <a:t>import</a:t>
            </a:r>
            <a:r>
              <a:rPr b="0" lang="pt-BR" sz="1400" spc="-1" strike="noStrike">
                <a:solidFill>
                  <a:srgbClr val="3b3b3b"/>
                </a:solidFill>
                <a:latin typeface="Consolas"/>
              </a:rPr>
              <a:t> </a:t>
            </a:r>
            <a:r>
              <a:rPr b="0" lang="pt-BR" sz="1400" spc="-1" strike="noStrike">
                <a:solidFill>
                  <a:srgbClr val="267f99"/>
                </a:solidFill>
                <a:latin typeface="Consolas"/>
              </a:rPr>
              <a:t>requests</a:t>
            </a:r>
            <a:endParaRPr b="0" lang="pt-BR" sz="1400" spc="-1" strike="noStrike">
              <a:latin typeface="Arial"/>
            </a:endParaRPr>
          </a:p>
          <a:p>
            <a:pPr>
              <a:lnSpc>
                <a:spcPct val="100000"/>
              </a:lnSpc>
            </a:pPr>
            <a:r>
              <a:rPr b="0" lang="pt-BR" sz="1400" spc="-1" strike="noStrike">
                <a:solidFill>
                  <a:srgbClr val="af00db"/>
                </a:solidFill>
                <a:latin typeface="Consolas"/>
              </a:rPr>
              <a:t>from</a:t>
            </a:r>
            <a:r>
              <a:rPr b="0" lang="pt-BR" sz="1400" spc="-1" strike="noStrike">
                <a:solidFill>
                  <a:srgbClr val="3b3b3b"/>
                </a:solidFill>
                <a:latin typeface="Consolas"/>
              </a:rPr>
              <a:t> </a:t>
            </a:r>
            <a:r>
              <a:rPr b="0" lang="pt-BR" sz="1400" spc="-1" strike="noStrike">
                <a:solidFill>
                  <a:srgbClr val="267f99"/>
                </a:solidFill>
                <a:latin typeface="Consolas"/>
              </a:rPr>
              <a:t>bs4</a:t>
            </a:r>
            <a:r>
              <a:rPr b="0" lang="pt-BR" sz="1400" spc="-1" strike="noStrike">
                <a:solidFill>
                  <a:srgbClr val="3b3b3b"/>
                </a:solidFill>
                <a:latin typeface="Consolas"/>
              </a:rPr>
              <a:t> </a:t>
            </a:r>
            <a:r>
              <a:rPr b="0" lang="pt-BR" sz="1400" spc="-1" strike="noStrike">
                <a:solidFill>
                  <a:srgbClr val="af00db"/>
                </a:solidFill>
                <a:latin typeface="Consolas"/>
              </a:rPr>
              <a:t>import</a:t>
            </a:r>
            <a:r>
              <a:rPr b="0" lang="pt-BR" sz="1400" spc="-1" strike="noStrike">
                <a:solidFill>
                  <a:srgbClr val="3b3b3b"/>
                </a:solidFill>
                <a:latin typeface="Consolas"/>
              </a:rPr>
              <a:t> </a:t>
            </a:r>
            <a:r>
              <a:rPr b="0" lang="pt-BR" sz="1400" spc="-1" strike="noStrike">
                <a:solidFill>
                  <a:srgbClr val="267f99"/>
                </a:solidFill>
                <a:latin typeface="Consolas"/>
              </a:rPr>
              <a:t>BeautifulSoup</a:t>
            </a:r>
            <a:endParaRPr b="0" lang="pt-BR" sz="1400" spc="-1" strike="noStrike">
              <a:latin typeface="Arial"/>
            </a:endParaRPr>
          </a:p>
          <a:p>
            <a:pPr>
              <a:lnSpc>
                <a:spcPct val="100000"/>
              </a:lnSpc>
            </a:pPr>
            <a:br/>
            <a:r>
              <a:rPr b="0" lang="pt-BR" sz="1400" spc="-1" strike="noStrike">
                <a:solidFill>
                  <a:srgbClr val="008000"/>
                </a:solidFill>
                <a:latin typeface="Consolas"/>
              </a:rPr>
              <a:t># URL da página que queremos fazer o scraping</a:t>
            </a:r>
            <a:endParaRPr b="0" lang="pt-BR" sz="1400" spc="-1" strike="noStrike">
              <a:latin typeface="Arial"/>
            </a:endParaRPr>
          </a:p>
          <a:p>
            <a:pPr>
              <a:lnSpc>
                <a:spcPct val="100000"/>
              </a:lnSpc>
            </a:pPr>
            <a:r>
              <a:rPr b="0" lang="pt-BR" sz="1400" spc="-1" strike="noStrike">
                <a:solidFill>
                  <a:srgbClr val="001080"/>
                </a:solidFill>
                <a:latin typeface="Consolas"/>
              </a:rPr>
              <a:t>url</a:t>
            </a:r>
            <a:r>
              <a:rPr b="0" lang="pt-BR" sz="1400" spc="-1" strike="noStrike">
                <a:solidFill>
                  <a:srgbClr val="3b3b3b"/>
                </a:solidFill>
                <a:latin typeface="Consolas"/>
              </a:rPr>
              <a:t> </a:t>
            </a:r>
            <a:r>
              <a:rPr b="0" lang="pt-BR" sz="1400" spc="-1" strike="noStrike">
                <a:solidFill>
                  <a:srgbClr val="000000"/>
                </a:solidFill>
                <a:latin typeface="Consolas"/>
              </a:rPr>
              <a:t>=</a:t>
            </a:r>
            <a:r>
              <a:rPr b="0" lang="pt-BR" sz="1400" spc="-1" strike="noStrike">
                <a:solidFill>
                  <a:srgbClr val="3b3b3b"/>
                </a:solidFill>
                <a:latin typeface="Consolas"/>
              </a:rPr>
              <a:t> </a:t>
            </a:r>
            <a:r>
              <a:rPr b="0" lang="pt-BR" sz="1400" spc="-1" strike="noStrike">
                <a:solidFill>
                  <a:srgbClr val="a31515"/>
                </a:solidFill>
                <a:latin typeface="Consolas"/>
              </a:rPr>
              <a:t>"https://exemplo.com/artigos"</a:t>
            </a:r>
            <a:endParaRPr b="0" lang="pt-BR" sz="1400" spc="-1" strike="noStrike">
              <a:latin typeface="Arial"/>
            </a:endParaRPr>
          </a:p>
          <a:p>
            <a:pPr>
              <a:lnSpc>
                <a:spcPct val="100000"/>
              </a:lnSpc>
            </a:pPr>
            <a:br/>
            <a:r>
              <a:rPr b="0" lang="pt-BR" sz="1400" spc="-1" strike="noStrike">
                <a:solidFill>
                  <a:srgbClr val="008000"/>
                </a:solidFill>
                <a:latin typeface="Consolas"/>
              </a:rPr>
              <a:t># Fazer a requisição HTTP para obter o conteúdo da página</a:t>
            </a:r>
            <a:endParaRPr b="0" lang="pt-BR" sz="1400" spc="-1" strike="noStrike">
              <a:latin typeface="Arial"/>
            </a:endParaRPr>
          </a:p>
          <a:p>
            <a:pPr>
              <a:lnSpc>
                <a:spcPct val="100000"/>
              </a:lnSpc>
            </a:pPr>
            <a:r>
              <a:rPr b="0" lang="pt-BR" sz="1400" spc="-1" strike="noStrike">
                <a:solidFill>
                  <a:srgbClr val="001080"/>
                </a:solidFill>
                <a:latin typeface="Consolas"/>
              </a:rPr>
              <a:t>response</a:t>
            </a:r>
            <a:r>
              <a:rPr b="0" lang="pt-BR" sz="1400" spc="-1" strike="noStrike">
                <a:solidFill>
                  <a:srgbClr val="3b3b3b"/>
                </a:solidFill>
                <a:latin typeface="Consolas"/>
              </a:rPr>
              <a:t> </a:t>
            </a:r>
            <a:r>
              <a:rPr b="0" lang="pt-BR" sz="1400" spc="-1" strike="noStrike">
                <a:solidFill>
                  <a:srgbClr val="000000"/>
                </a:solidFill>
                <a:latin typeface="Consolas"/>
              </a:rPr>
              <a:t>=</a:t>
            </a:r>
            <a:r>
              <a:rPr b="0" lang="pt-BR" sz="1400" spc="-1" strike="noStrike">
                <a:solidFill>
                  <a:srgbClr val="3b3b3b"/>
                </a:solidFill>
                <a:latin typeface="Consolas"/>
              </a:rPr>
              <a:t> </a:t>
            </a:r>
            <a:r>
              <a:rPr b="0" lang="pt-BR" sz="1400" spc="-1" strike="noStrike">
                <a:solidFill>
                  <a:srgbClr val="267f99"/>
                </a:solidFill>
                <a:latin typeface="Consolas"/>
              </a:rPr>
              <a:t>requests</a:t>
            </a:r>
            <a:r>
              <a:rPr b="0" lang="pt-BR" sz="1400" spc="-1" strike="noStrike">
                <a:solidFill>
                  <a:srgbClr val="3b3b3b"/>
                </a:solidFill>
                <a:latin typeface="Consolas"/>
              </a:rPr>
              <a:t>.</a:t>
            </a:r>
            <a:r>
              <a:rPr b="0" lang="pt-BR" sz="1400" spc="-1" strike="noStrike">
                <a:solidFill>
                  <a:srgbClr val="795e26"/>
                </a:solidFill>
                <a:latin typeface="Consolas"/>
              </a:rPr>
              <a:t>get</a:t>
            </a:r>
            <a:r>
              <a:rPr b="0" lang="pt-BR" sz="1400" spc="-1" strike="noStrike">
                <a:solidFill>
                  <a:srgbClr val="3b3b3b"/>
                </a:solidFill>
                <a:latin typeface="Consolas"/>
              </a:rPr>
              <a:t>(</a:t>
            </a:r>
            <a:r>
              <a:rPr b="0" lang="pt-BR" sz="1400" spc="-1" strike="noStrike">
                <a:solidFill>
                  <a:srgbClr val="001080"/>
                </a:solidFill>
                <a:latin typeface="Consolas"/>
              </a:rPr>
              <a:t>url</a:t>
            </a:r>
            <a:r>
              <a:rPr b="0" lang="pt-BR" sz="1400" spc="-1" strike="noStrike">
                <a:solidFill>
                  <a:srgbClr val="3b3b3b"/>
                </a:solidFill>
                <a:latin typeface="Consolas"/>
              </a:rPr>
              <a:t>)</a:t>
            </a:r>
            <a:endParaRPr b="0" lang="pt-BR" sz="1400" spc="-1" strike="noStrike">
              <a:latin typeface="Arial"/>
            </a:endParaRPr>
          </a:p>
          <a:p>
            <a:pPr>
              <a:lnSpc>
                <a:spcPct val="100000"/>
              </a:lnSpc>
            </a:pPr>
            <a:br/>
            <a:r>
              <a:rPr b="0" lang="pt-BR" sz="1400" spc="-1" strike="noStrike">
                <a:solidFill>
                  <a:srgbClr val="008000"/>
                </a:solidFill>
                <a:latin typeface="Consolas"/>
              </a:rPr>
              <a:t># Verificar se a requisição foi bem-sucedida</a:t>
            </a:r>
            <a:endParaRPr b="0" lang="pt-BR" sz="1400" spc="-1" strike="noStrike">
              <a:latin typeface="Arial"/>
            </a:endParaRPr>
          </a:p>
          <a:p>
            <a:pPr>
              <a:lnSpc>
                <a:spcPct val="100000"/>
              </a:lnSpc>
            </a:pPr>
            <a:r>
              <a:rPr b="0" lang="pt-BR" sz="1400" spc="-1" strike="noStrike">
                <a:solidFill>
                  <a:srgbClr val="af00db"/>
                </a:solidFill>
                <a:latin typeface="Consolas"/>
              </a:rPr>
              <a:t>if</a:t>
            </a:r>
            <a:r>
              <a:rPr b="0" lang="pt-BR" sz="1400" spc="-1" strike="noStrike">
                <a:solidFill>
                  <a:srgbClr val="3b3b3b"/>
                </a:solidFill>
                <a:latin typeface="Consolas"/>
              </a:rPr>
              <a:t> </a:t>
            </a:r>
            <a:r>
              <a:rPr b="0" lang="pt-BR" sz="1400" spc="-1" strike="noStrike">
                <a:solidFill>
                  <a:srgbClr val="001080"/>
                </a:solidFill>
                <a:latin typeface="Consolas"/>
              </a:rPr>
              <a:t>response</a:t>
            </a:r>
            <a:r>
              <a:rPr b="0" lang="pt-BR" sz="1400" spc="-1" strike="noStrike">
                <a:solidFill>
                  <a:srgbClr val="3b3b3b"/>
                </a:solidFill>
                <a:latin typeface="Consolas"/>
              </a:rPr>
              <a:t>.</a:t>
            </a:r>
            <a:r>
              <a:rPr b="0" lang="pt-BR" sz="1400" spc="-1" strike="noStrike">
                <a:solidFill>
                  <a:srgbClr val="001080"/>
                </a:solidFill>
                <a:latin typeface="Consolas"/>
              </a:rPr>
              <a:t>status_code</a:t>
            </a:r>
            <a:r>
              <a:rPr b="0" lang="pt-BR" sz="1400" spc="-1" strike="noStrike">
                <a:solidFill>
                  <a:srgbClr val="3b3b3b"/>
                </a:solidFill>
                <a:latin typeface="Consolas"/>
              </a:rPr>
              <a:t> </a:t>
            </a:r>
            <a:r>
              <a:rPr b="0" lang="pt-BR" sz="1400" spc="-1" strike="noStrike">
                <a:solidFill>
                  <a:srgbClr val="000000"/>
                </a:solidFill>
                <a:latin typeface="Consolas"/>
              </a:rPr>
              <a:t>==</a:t>
            </a:r>
            <a:r>
              <a:rPr b="0" lang="pt-BR" sz="1400" spc="-1" strike="noStrike">
                <a:solidFill>
                  <a:srgbClr val="3b3b3b"/>
                </a:solidFill>
                <a:latin typeface="Consolas"/>
              </a:rPr>
              <a:t> </a:t>
            </a:r>
            <a:r>
              <a:rPr b="0" lang="pt-BR" sz="1400" spc="-1" strike="noStrike">
                <a:solidFill>
                  <a:srgbClr val="098658"/>
                </a:solidFill>
                <a:latin typeface="Consolas"/>
              </a:rPr>
              <a:t>200</a:t>
            </a:r>
            <a:r>
              <a:rPr b="0" lang="pt-BR" sz="1400" spc="-1" strike="noStrike">
                <a:solidFill>
                  <a:srgbClr val="3b3b3b"/>
                </a:solidFill>
                <a:latin typeface="Consolas"/>
              </a:rPr>
              <a:t>:</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008000"/>
                </a:solidFill>
                <a:latin typeface="Consolas"/>
              </a:rPr>
              <a:t># Criar o objeto BeautifulSoup para parsear o HTML</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001080"/>
                </a:solidFill>
                <a:latin typeface="Consolas"/>
              </a:rPr>
              <a:t>soup</a:t>
            </a:r>
            <a:r>
              <a:rPr b="0" lang="pt-BR" sz="1400" spc="-1" strike="noStrike">
                <a:solidFill>
                  <a:srgbClr val="3b3b3b"/>
                </a:solidFill>
                <a:latin typeface="Consolas"/>
              </a:rPr>
              <a:t> </a:t>
            </a:r>
            <a:r>
              <a:rPr b="0" lang="pt-BR" sz="1400" spc="-1" strike="noStrike">
                <a:solidFill>
                  <a:srgbClr val="000000"/>
                </a:solidFill>
                <a:latin typeface="Consolas"/>
              </a:rPr>
              <a:t>=</a:t>
            </a:r>
            <a:r>
              <a:rPr b="0" lang="pt-BR" sz="1400" spc="-1" strike="noStrike">
                <a:solidFill>
                  <a:srgbClr val="3b3b3b"/>
                </a:solidFill>
                <a:latin typeface="Consolas"/>
              </a:rPr>
              <a:t> </a:t>
            </a:r>
            <a:r>
              <a:rPr b="0" lang="pt-BR" sz="1400" spc="-1" strike="noStrike">
                <a:solidFill>
                  <a:srgbClr val="267f99"/>
                </a:solidFill>
                <a:latin typeface="Consolas"/>
              </a:rPr>
              <a:t>BeautifulSoup</a:t>
            </a:r>
            <a:r>
              <a:rPr b="0" lang="pt-BR" sz="1400" spc="-1" strike="noStrike">
                <a:solidFill>
                  <a:srgbClr val="3b3b3b"/>
                </a:solidFill>
                <a:latin typeface="Consolas"/>
              </a:rPr>
              <a:t>(</a:t>
            </a:r>
            <a:r>
              <a:rPr b="0" lang="pt-BR" sz="1400" spc="-1" strike="noStrike">
                <a:solidFill>
                  <a:srgbClr val="001080"/>
                </a:solidFill>
                <a:latin typeface="Consolas"/>
              </a:rPr>
              <a:t>response</a:t>
            </a:r>
            <a:r>
              <a:rPr b="0" lang="pt-BR" sz="1400" spc="-1" strike="noStrike">
                <a:solidFill>
                  <a:srgbClr val="3b3b3b"/>
                </a:solidFill>
                <a:latin typeface="Consolas"/>
              </a:rPr>
              <a:t>.</a:t>
            </a:r>
            <a:r>
              <a:rPr b="0" lang="pt-BR" sz="1400" spc="-1" strike="noStrike">
                <a:solidFill>
                  <a:srgbClr val="001080"/>
                </a:solidFill>
                <a:latin typeface="Consolas"/>
              </a:rPr>
              <a:t>content</a:t>
            </a:r>
            <a:r>
              <a:rPr b="0" lang="pt-BR" sz="1400" spc="-1" strike="noStrike">
                <a:solidFill>
                  <a:srgbClr val="3b3b3b"/>
                </a:solidFill>
                <a:latin typeface="Consolas"/>
              </a:rPr>
              <a:t>, </a:t>
            </a:r>
            <a:r>
              <a:rPr b="0" lang="pt-BR" sz="1400" spc="-1" strike="noStrike">
                <a:solidFill>
                  <a:srgbClr val="a31515"/>
                </a:solidFill>
                <a:latin typeface="Consolas"/>
              </a:rPr>
              <a:t>'html.parser'</a:t>
            </a:r>
            <a:r>
              <a:rPr b="0" lang="pt-BR" sz="1400" spc="-1" strike="noStrike">
                <a:solidFill>
                  <a:srgbClr val="3b3b3b"/>
                </a:solidFill>
                <a:latin typeface="Consolas"/>
              </a:rPr>
              <a:t>)</a:t>
            </a:r>
            <a:endParaRPr b="0" lang="pt-BR" sz="1400" spc="-1" strike="noStrike">
              <a:latin typeface="Arial"/>
            </a:endParaRPr>
          </a:p>
          <a:p>
            <a:pPr>
              <a:lnSpc>
                <a:spcPct val="100000"/>
              </a:lnSpc>
            </a:pPr>
            <a:r>
              <a:rPr b="0" lang="pt-BR" sz="1400" spc="-1" strike="noStrike">
                <a:solidFill>
                  <a:srgbClr val="3b3b3b"/>
                </a:solidFill>
                <a:latin typeface="Consolas"/>
              </a:rPr>
              <a:t>    </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008000"/>
                </a:solidFill>
                <a:latin typeface="Consolas"/>
              </a:rPr>
              <a:t># Encontrar todos os elementos que contêm os títulos dos artigos</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008000"/>
                </a:solidFill>
                <a:latin typeface="Consolas"/>
              </a:rPr>
              <a:t># Supondo que cada título de artigo está em uma tag &lt;h2&gt; com a classe "title"</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001080"/>
                </a:solidFill>
                <a:latin typeface="Consolas"/>
              </a:rPr>
              <a:t>titles</a:t>
            </a:r>
            <a:r>
              <a:rPr b="0" lang="pt-BR" sz="1400" spc="-1" strike="noStrike">
                <a:solidFill>
                  <a:srgbClr val="3b3b3b"/>
                </a:solidFill>
                <a:latin typeface="Consolas"/>
              </a:rPr>
              <a:t> </a:t>
            </a:r>
            <a:r>
              <a:rPr b="0" lang="pt-BR" sz="1400" spc="-1" strike="noStrike">
                <a:solidFill>
                  <a:srgbClr val="000000"/>
                </a:solidFill>
                <a:latin typeface="Consolas"/>
              </a:rPr>
              <a:t>=</a:t>
            </a:r>
            <a:r>
              <a:rPr b="0" lang="pt-BR" sz="1400" spc="-1" strike="noStrike">
                <a:solidFill>
                  <a:srgbClr val="3b3b3b"/>
                </a:solidFill>
                <a:latin typeface="Consolas"/>
              </a:rPr>
              <a:t> </a:t>
            </a:r>
            <a:r>
              <a:rPr b="0" lang="pt-BR" sz="1400" spc="-1" strike="noStrike">
                <a:solidFill>
                  <a:srgbClr val="001080"/>
                </a:solidFill>
                <a:latin typeface="Consolas"/>
              </a:rPr>
              <a:t>soup</a:t>
            </a:r>
            <a:r>
              <a:rPr b="0" lang="pt-BR" sz="1400" spc="-1" strike="noStrike">
                <a:solidFill>
                  <a:srgbClr val="3b3b3b"/>
                </a:solidFill>
                <a:latin typeface="Consolas"/>
              </a:rPr>
              <a:t>.</a:t>
            </a:r>
            <a:r>
              <a:rPr b="0" lang="pt-BR" sz="1400" spc="-1" strike="noStrike">
                <a:solidFill>
                  <a:srgbClr val="795e26"/>
                </a:solidFill>
                <a:latin typeface="Consolas"/>
              </a:rPr>
              <a:t>find_all</a:t>
            </a:r>
            <a:r>
              <a:rPr b="0" lang="pt-BR" sz="1400" spc="-1" strike="noStrike">
                <a:solidFill>
                  <a:srgbClr val="3b3b3b"/>
                </a:solidFill>
                <a:latin typeface="Consolas"/>
              </a:rPr>
              <a:t>(</a:t>
            </a:r>
            <a:r>
              <a:rPr b="0" lang="pt-BR" sz="1400" spc="-1" strike="noStrike">
                <a:solidFill>
                  <a:srgbClr val="a31515"/>
                </a:solidFill>
                <a:latin typeface="Consolas"/>
              </a:rPr>
              <a:t>'h2'</a:t>
            </a:r>
            <a:r>
              <a:rPr b="0" lang="pt-BR" sz="1400" spc="-1" strike="noStrike">
                <a:solidFill>
                  <a:srgbClr val="3b3b3b"/>
                </a:solidFill>
                <a:latin typeface="Consolas"/>
              </a:rPr>
              <a:t>, </a:t>
            </a:r>
            <a:r>
              <a:rPr b="0" lang="pt-BR" sz="1400" spc="-1" strike="noStrike">
                <a:solidFill>
                  <a:srgbClr val="001080"/>
                </a:solidFill>
                <a:latin typeface="Consolas"/>
              </a:rPr>
              <a:t>class_</a:t>
            </a:r>
            <a:r>
              <a:rPr b="0" lang="pt-BR" sz="1400" spc="-1" strike="noStrike">
                <a:solidFill>
                  <a:srgbClr val="000000"/>
                </a:solidFill>
                <a:latin typeface="Consolas"/>
              </a:rPr>
              <a:t>=</a:t>
            </a:r>
            <a:r>
              <a:rPr b="0" lang="pt-BR" sz="1400" spc="-1" strike="noStrike">
                <a:solidFill>
                  <a:srgbClr val="a31515"/>
                </a:solidFill>
                <a:latin typeface="Consolas"/>
              </a:rPr>
              <a:t>'title'</a:t>
            </a:r>
            <a:r>
              <a:rPr b="0" lang="pt-BR" sz="1400" spc="-1" strike="noStrike">
                <a:solidFill>
                  <a:srgbClr val="3b3b3b"/>
                </a:solidFill>
                <a:latin typeface="Consolas"/>
              </a:rPr>
              <a:t>)</a:t>
            </a:r>
            <a:endParaRPr b="0" lang="pt-BR" sz="1400" spc="-1" strike="noStrike">
              <a:latin typeface="Arial"/>
            </a:endParaRPr>
          </a:p>
          <a:p>
            <a:pPr>
              <a:lnSpc>
                <a:spcPct val="100000"/>
              </a:lnSpc>
            </a:pPr>
            <a:r>
              <a:rPr b="0" lang="pt-BR" sz="1400" spc="-1" strike="noStrike">
                <a:solidFill>
                  <a:srgbClr val="3b3b3b"/>
                </a:solidFill>
                <a:latin typeface="Consolas"/>
              </a:rPr>
              <a:t>    </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008000"/>
                </a:solidFill>
                <a:latin typeface="Consolas"/>
              </a:rPr>
              <a:t># Iterar sobre cada título e exibir o texto</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af00db"/>
                </a:solidFill>
                <a:latin typeface="Consolas"/>
              </a:rPr>
              <a:t>for</a:t>
            </a:r>
            <a:r>
              <a:rPr b="0" lang="pt-BR" sz="1400" spc="-1" strike="noStrike">
                <a:solidFill>
                  <a:srgbClr val="3b3b3b"/>
                </a:solidFill>
                <a:latin typeface="Consolas"/>
              </a:rPr>
              <a:t> </a:t>
            </a:r>
            <a:r>
              <a:rPr b="0" lang="pt-BR" sz="1400" spc="-1" strike="noStrike">
                <a:solidFill>
                  <a:srgbClr val="001080"/>
                </a:solidFill>
                <a:latin typeface="Consolas"/>
              </a:rPr>
              <a:t>title</a:t>
            </a:r>
            <a:r>
              <a:rPr b="0" lang="pt-BR" sz="1400" spc="-1" strike="noStrike">
                <a:solidFill>
                  <a:srgbClr val="3b3b3b"/>
                </a:solidFill>
                <a:latin typeface="Consolas"/>
              </a:rPr>
              <a:t> </a:t>
            </a:r>
            <a:r>
              <a:rPr b="0" lang="pt-BR" sz="1400" spc="-1" strike="noStrike">
                <a:solidFill>
                  <a:srgbClr val="af00db"/>
                </a:solidFill>
                <a:latin typeface="Consolas"/>
              </a:rPr>
              <a:t>in</a:t>
            </a:r>
            <a:r>
              <a:rPr b="0" lang="pt-BR" sz="1400" spc="-1" strike="noStrike">
                <a:solidFill>
                  <a:srgbClr val="3b3b3b"/>
                </a:solidFill>
                <a:latin typeface="Consolas"/>
              </a:rPr>
              <a:t> </a:t>
            </a:r>
            <a:r>
              <a:rPr b="0" lang="pt-BR" sz="1400" spc="-1" strike="noStrike">
                <a:solidFill>
                  <a:srgbClr val="001080"/>
                </a:solidFill>
                <a:latin typeface="Consolas"/>
              </a:rPr>
              <a:t>titles</a:t>
            </a:r>
            <a:r>
              <a:rPr b="0" lang="pt-BR" sz="1400" spc="-1" strike="noStrike">
                <a:solidFill>
                  <a:srgbClr val="3b3b3b"/>
                </a:solidFill>
                <a:latin typeface="Consolas"/>
              </a:rPr>
              <a:t>:</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795e26"/>
                </a:solidFill>
                <a:latin typeface="Consolas"/>
              </a:rPr>
              <a:t>print</a:t>
            </a:r>
            <a:r>
              <a:rPr b="0" lang="pt-BR" sz="1400" spc="-1" strike="noStrike">
                <a:solidFill>
                  <a:srgbClr val="3b3b3b"/>
                </a:solidFill>
                <a:latin typeface="Consolas"/>
              </a:rPr>
              <a:t>(</a:t>
            </a:r>
            <a:r>
              <a:rPr b="0" lang="pt-BR" sz="1400" spc="-1" strike="noStrike">
                <a:solidFill>
                  <a:srgbClr val="001080"/>
                </a:solidFill>
                <a:latin typeface="Consolas"/>
              </a:rPr>
              <a:t>title</a:t>
            </a:r>
            <a:r>
              <a:rPr b="0" lang="pt-BR" sz="1400" spc="-1" strike="noStrike">
                <a:solidFill>
                  <a:srgbClr val="3b3b3b"/>
                </a:solidFill>
                <a:latin typeface="Consolas"/>
              </a:rPr>
              <a:t>.get_text())</a:t>
            </a:r>
            <a:endParaRPr b="0" lang="pt-BR" sz="1400" spc="-1" strike="noStrike">
              <a:latin typeface="Arial"/>
            </a:endParaRPr>
          </a:p>
          <a:p>
            <a:pPr>
              <a:lnSpc>
                <a:spcPct val="100000"/>
              </a:lnSpc>
            </a:pPr>
            <a:r>
              <a:rPr b="0" lang="pt-BR" sz="1400" spc="-1" strike="noStrike">
                <a:solidFill>
                  <a:srgbClr val="af00db"/>
                </a:solidFill>
                <a:latin typeface="Consolas"/>
              </a:rPr>
              <a:t>else</a:t>
            </a:r>
            <a:r>
              <a:rPr b="0" lang="pt-BR" sz="1400" spc="-1" strike="noStrike">
                <a:solidFill>
                  <a:srgbClr val="3b3b3b"/>
                </a:solidFill>
                <a:latin typeface="Consolas"/>
              </a:rPr>
              <a:t>:</a:t>
            </a:r>
            <a:endParaRPr b="0" lang="pt-BR" sz="1400" spc="-1" strike="noStrike">
              <a:latin typeface="Arial"/>
            </a:endParaRPr>
          </a:p>
          <a:p>
            <a:pPr>
              <a:lnSpc>
                <a:spcPct val="100000"/>
              </a:lnSpc>
            </a:pPr>
            <a:r>
              <a:rPr b="0" lang="pt-BR" sz="1400" spc="-1" strike="noStrike">
                <a:solidFill>
                  <a:srgbClr val="3b3b3b"/>
                </a:solidFill>
                <a:latin typeface="Consolas"/>
              </a:rPr>
              <a:t>    </a:t>
            </a:r>
            <a:r>
              <a:rPr b="0" lang="pt-BR" sz="1400" spc="-1" strike="noStrike">
                <a:solidFill>
                  <a:srgbClr val="795e26"/>
                </a:solidFill>
                <a:latin typeface="Consolas"/>
              </a:rPr>
              <a:t>print</a:t>
            </a:r>
            <a:r>
              <a:rPr b="0" lang="pt-BR" sz="1400" spc="-1" strike="noStrike">
                <a:solidFill>
                  <a:srgbClr val="3b3b3b"/>
                </a:solidFill>
                <a:latin typeface="Consolas"/>
              </a:rPr>
              <a:t>(</a:t>
            </a:r>
            <a:r>
              <a:rPr b="0" lang="pt-BR" sz="1400" spc="-1" strike="noStrike">
                <a:solidFill>
                  <a:srgbClr val="0000ff"/>
                </a:solidFill>
                <a:latin typeface="Consolas"/>
              </a:rPr>
              <a:t>f</a:t>
            </a:r>
            <a:r>
              <a:rPr b="0" lang="pt-BR" sz="1400" spc="-1" strike="noStrike">
                <a:solidFill>
                  <a:srgbClr val="a31515"/>
                </a:solidFill>
                <a:latin typeface="Consolas"/>
              </a:rPr>
              <a:t>"Erro ao acessar a página: </a:t>
            </a:r>
            <a:r>
              <a:rPr b="0" lang="pt-BR" sz="1400" spc="-1" strike="noStrike">
                <a:solidFill>
                  <a:srgbClr val="0000ff"/>
                </a:solidFill>
                <a:latin typeface="Consolas"/>
              </a:rPr>
              <a:t>{</a:t>
            </a:r>
            <a:r>
              <a:rPr b="0" lang="pt-BR" sz="1400" spc="-1" strike="noStrike">
                <a:solidFill>
                  <a:srgbClr val="001080"/>
                </a:solidFill>
                <a:latin typeface="Consolas"/>
              </a:rPr>
              <a:t>response</a:t>
            </a:r>
            <a:r>
              <a:rPr b="0" lang="pt-BR" sz="1400" spc="-1" strike="noStrike">
                <a:solidFill>
                  <a:srgbClr val="3b3b3b"/>
                </a:solidFill>
                <a:latin typeface="Consolas"/>
              </a:rPr>
              <a:t>.</a:t>
            </a:r>
            <a:r>
              <a:rPr b="0" lang="pt-BR" sz="1400" spc="-1" strike="noStrike">
                <a:solidFill>
                  <a:srgbClr val="001080"/>
                </a:solidFill>
                <a:latin typeface="Consolas"/>
              </a:rPr>
              <a:t>status_code</a:t>
            </a:r>
            <a:r>
              <a:rPr b="0" lang="pt-BR" sz="1400" spc="-1" strike="noStrike">
                <a:solidFill>
                  <a:srgbClr val="0000ff"/>
                </a:solidFill>
                <a:latin typeface="Consolas"/>
              </a:rPr>
              <a:t>}</a:t>
            </a:r>
            <a:r>
              <a:rPr b="0" lang="pt-BR" sz="1400" spc="-1" strike="noStrike">
                <a:solidFill>
                  <a:srgbClr val="a31515"/>
                </a:solidFill>
                <a:latin typeface="Consolas"/>
              </a:rPr>
              <a:t>"</a:t>
            </a:r>
            <a:r>
              <a:rPr b="0" lang="pt-BR" sz="1400" spc="-1" strike="noStrike">
                <a:solidFill>
                  <a:srgbClr val="3b3b3b"/>
                </a:solidFill>
                <a:latin typeface="Consolas"/>
              </a:rPr>
              <a:t>)</a:t>
            </a:r>
            <a:endParaRPr b="0" lang="pt-BR" sz="1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Title 1"/>
          <p:cNvSpPr txBox="1"/>
          <p:nvPr/>
        </p:nvSpPr>
        <p:spPr>
          <a:xfrm>
            <a:off x="457200" y="404640"/>
            <a:ext cx="8229240" cy="1066320"/>
          </a:xfrm>
          <a:prstGeom prst="rect">
            <a:avLst/>
          </a:prstGeom>
          <a:noFill/>
          <a:ln w="0">
            <a:noFill/>
          </a:ln>
        </p:spPr>
        <p:txBody>
          <a:bodyPr anchor="ctr">
            <a:noAutofit/>
          </a:bodyPr>
          <a:p>
            <a:pPr>
              <a:lnSpc>
                <a:spcPct val="100000"/>
              </a:lnSpc>
            </a:pPr>
            <a:r>
              <a:rPr b="0" lang="pt-BR" sz="4000" spc="-1" strike="noStrike">
                <a:solidFill>
                  <a:srgbClr val="424456"/>
                </a:solidFill>
                <a:latin typeface="Trebuchet MS"/>
              </a:rPr>
              <a:t>Extração a partir de PDF</a:t>
            </a:r>
            <a:endParaRPr b="0" lang="pt-BR" sz="4000" spc="-1" strike="noStrike">
              <a:solidFill>
                <a:srgbClr val="000000"/>
              </a:solidFill>
              <a:latin typeface="Georgia"/>
            </a:endParaRPr>
          </a:p>
        </p:txBody>
      </p:sp>
      <p:sp>
        <p:nvSpPr>
          <p:cNvPr id="201" name="Content Placeholder 2"/>
          <p:cNvSpPr txBox="1"/>
          <p:nvPr/>
        </p:nvSpPr>
        <p:spPr>
          <a:xfrm>
            <a:off x="457200" y="1542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000" spc="-1" strike="noStrike">
                <a:solidFill>
                  <a:srgbClr val="000000"/>
                </a:solidFill>
                <a:latin typeface="Georgia"/>
              </a:rPr>
              <a:t>PyMuPDF - </a:t>
            </a:r>
            <a:r>
              <a:rPr b="0" lang="pt-BR" sz="2000" spc="-1" strike="noStrike" u="sng">
                <a:solidFill>
                  <a:srgbClr val="67afbd"/>
                </a:solidFill>
                <a:uFillTx/>
                <a:latin typeface="Georgia"/>
                <a:hlinkClick r:id="rId1"/>
              </a:rPr>
              <a:t>https://github.com/pymupdf/PyMuPDF</a:t>
            </a:r>
            <a:r>
              <a:rPr b="0" lang="pt-BR" sz="2000" spc="-1" strike="noStrike">
                <a:solidFill>
                  <a:srgbClr val="000000"/>
                </a:solidFill>
                <a:latin typeface="Georgia"/>
              </a:rPr>
              <a:t> </a:t>
            </a:r>
            <a:endParaRPr b="0" lang="pt-BR" sz="2000" spc="-1" strike="noStrike">
              <a:solidFill>
                <a:srgbClr val="000000"/>
              </a:solidFill>
              <a:latin typeface="Georgia"/>
            </a:endParaRPr>
          </a:p>
          <a:p>
            <a:pPr marL="365040" indent="-255240">
              <a:lnSpc>
                <a:spcPct val="100000"/>
              </a:lnSpc>
              <a:spcBef>
                <a:spcPts val="300"/>
              </a:spcBef>
              <a:buClr>
                <a:srgbClr val="a04da3"/>
              </a:buClr>
              <a:buFont typeface="Georgia"/>
              <a:buChar char="•"/>
            </a:pPr>
            <a:r>
              <a:rPr b="0" lang="pt-BR" sz="2000" spc="-1" strike="noStrike">
                <a:solidFill>
                  <a:srgbClr val="000000"/>
                </a:solidFill>
                <a:latin typeface="Georgia"/>
              </a:rPr>
              <a:t>pdfplumber - </a:t>
            </a:r>
            <a:r>
              <a:rPr b="0" lang="pt-BR" sz="2000" spc="-1" strike="noStrike" u="sng">
                <a:solidFill>
                  <a:srgbClr val="67afbd"/>
                </a:solidFill>
                <a:uFillTx/>
                <a:latin typeface="Georgia"/>
                <a:hlinkClick r:id="rId2"/>
              </a:rPr>
              <a:t>https://github.com/jsvine/pdfplumber</a:t>
            </a:r>
            <a:r>
              <a:rPr b="0" lang="pt-BR" sz="2000" spc="-1" strike="noStrike">
                <a:solidFill>
                  <a:srgbClr val="000000"/>
                </a:solidFill>
                <a:latin typeface="Georgia"/>
              </a:rPr>
              <a:t> </a:t>
            </a:r>
            <a:endParaRPr b="0" lang="pt-BR" sz="2000" spc="-1" strike="noStrike">
              <a:solidFill>
                <a:srgbClr val="000000"/>
              </a:solidFill>
              <a:latin typeface="Georgia"/>
            </a:endParaRPr>
          </a:p>
          <a:p>
            <a:pPr marL="365040" indent="-255240">
              <a:lnSpc>
                <a:spcPct val="100000"/>
              </a:lnSpc>
              <a:spcBef>
                <a:spcPts val="300"/>
              </a:spcBef>
              <a:buClr>
                <a:srgbClr val="a04da3"/>
              </a:buClr>
              <a:buFont typeface="Georgia"/>
              <a:buChar char="•"/>
            </a:pPr>
            <a:r>
              <a:rPr b="0" lang="pt-BR" sz="2000" spc="-1" strike="noStrike">
                <a:solidFill>
                  <a:srgbClr val="000000"/>
                </a:solidFill>
                <a:latin typeface="Georgia"/>
              </a:rPr>
              <a:t>pdfminer.six - </a:t>
            </a:r>
            <a:r>
              <a:rPr b="0" lang="pt-BR" sz="2000" spc="-1" strike="noStrike" u="sng">
                <a:solidFill>
                  <a:srgbClr val="67afbd"/>
                </a:solidFill>
                <a:uFillTx/>
                <a:latin typeface="Georgia"/>
                <a:hlinkClick r:id="rId3"/>
              </a:rPr>
              <a:t>https://github.com/pdfminer/pdfminer.six</a:t>
            </a:r>
            <a:r>
              <a:rPr b="0" lang="pt-BR" sz="2000" spc="-1" strike="noStrike">
                <a:solidFill>
                  <a:srgbClr val="000000"/>
                </a:solidFill>
                <a:latin typeface="Georgia"/>
              </a:rPr>
              <a:t>  </a:t>
            </a:r>
            <a:endParaRPr b="0" lang="pt-BR" sz="20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ítulo 1"/>
          <p:cNvSpPr txBox="1"/>
          <p:nvPr/>
        </p:nvSpPr>
        <p:spPr>
          <a:xfrm>
            <a:off x="457200" y="647640"/>
            <a:ext cx="8229240" cy="1066320"/>
          </a:xfrm>
          <a:prstGeom prst="rect">
            <a:avLst/>
          </a:prstGeom>
          <a:noFill/>
          <a:ln w="0">
            <a:noFill/>
          </a:ln>
        </p:spPr>
        <p:txBody>
          <a:bodyPr anchor="ctr">
            <a:noAutofit/>
          </a:bodyPr>
          <a:p>
            <a:pPr>
              <a:lnSpc>
                <a:spcPct val="100000"/>
              </a:lnSpc>
            </a:pPr>
            <a:r>
              <a:rPr b="0" lang="pt-BR" sz="4000" spc="-1" strike="noStrike">
                <a:solidFill>
                  <a:srgbClr val="424456"/>
                </a:solidFill>
                <a:latin typeface="Trebuchet MS"/>
              </a:rPr>
              <a:t>GED – Gestão Eletrônica de Documentos</a:t>
            </a:r>
            <a:endParaRPr b="0" lang="pt-BR" sz="4000" spc="-1" strike="noStrike">
              <a:solidFill>
                <a:srgbClr val="000000"/>
              </a:solidFill>
              <a:latin typeface="Georgia"/>
            </a:endParaRPr>
          </a:p>
        </p:txBody>
      </p:sp>
      <p:sp>
        <p:nvSpPr>
          <p:cNvPr id="203" name="Espaço Reservado para Conteúdo 2"/>
          <p:cNvSpPr txBox="1"/>
          <p:nvPr/>
        </p:nvSpPr>
        <p:spPr>
          <a:xfrm>
            <a:off x="457200" y="1785960"/>
            <a:ext cx="822924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800" spc="-1" strike="noStrike">
                <a:solidFill>
                  <a:srgbClr val="000000"/>
                </a:solidFill>
                <a:latin typeface="Georgia"/>
              </a:rPr>
              <a:t>OCR – Optical Character Recognition</a:t>
            </a:r>
            <a:endParaRPr b="0" lang="pt-BR" sz="2800" spc="-1" strike="noStrike">
              <a:solidFill>
                <a:srgbClr val="000000"/>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Tesseract OCR</a:t>
            </a:r>
            <a:endParaRPr b="0" lang="pt-BR" sz="26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en-US" sz="2400" spc="-1" strike="noStrike">
                <a:solidFill>
                  <a:srgbClr val="53548a"/>
                </a:solidFill>
                <a:latin typeface="Georgia"/>
              </a:rPr>
              <a:t>In 2005 Tesseract was open sourced by HP. </a:t>
            </a:r>
            <a:endParaRPr b="0" lang="pt-BR" sz="2400" spc="-1" strike="noStrike">
              <a:solidFill>
                <a:srgbClr val="53548a"/>
              </a:solidFill>
              <a:latin typeface="Georgia"/>
            </a:endParaRPr>
          </a:p>
          <a:p>
            <a:pPr lvl="2" marL="922320" indent="-218880">
              <a:lnSpc>
                <a:spcPct val="100000"/>
              </a:lnSpc>
              <a:spcBef>
                <a:spcPts val="300"/>
              </a:spcBef>
              <a:buClr>
                <a:srgbClr val="53548a"/>
              </a:buClr>
              <a:buFont typeface="Wingdings 2" charset="2"/>
              <a:buChar char=""/>
            </a:pPr>
            <a:r>
              <a:rPr b="0" lang="en-US" sz="2400" spc="-1" strike="noStrike">
                <a:solidFill>
                  <a:srgbClr val="53548a"/>
                </a:solidFill>
                <a:latin typeface="Georgia"/>
              </a:rPr>
              <a:t>From 2006 until November 2018 it was developed by Google.</a:t>
            </a:r>
            <a:endParaRPr b="0" lang="pt-BR" sz="2400" spc="-1" strike="noStrike">
              <a:solidFill>
                <a:srgbClr val="53548a"/>
              </a:solidFill>
              <a:latin typeface="Georgia"/>
            </a:endParaRPr>
          </a:p>
          <a:p>
            <a:pPr lvl="3" marL="1179360" indent="-199800">
              <a:lnSpc>
                <a:spcPct val="100000"/>
              </a:lnSpc>
              <a:spcBef>
                <a:spcPts val="300"/>
              </a:spcBef>
              <a:buClr>
                <a:srgbClr val="53548a"/>
              </a:buClr>
              <a:buFont typeface="Wingdings 2" charset="2"/>
              <a:buChar char=""/>
            </a:pPr>
            <a:r>
              <a:rPr b="0" lang="pt-BR" sz="2200" spc="-1" strike="noStrike" u="sng">
                <a:solidFill>
                  <a:srgbClr val="67afbd"/>
                </a:solidFill>
                <a:uFillTx/>
                <a:latin typeface="Georgia"/>
                <a:hlinkClick r:id="rId1"/>
              </a:rPr>
              <a:t>https://github.com/tesseract-ocr/tesseract</a:t>
            </a:r>
            <a:endParaRPr b="0" lang="pt-BR" sz="2200" spc="-1" strike="noStrike">
              <a:solidFill>
                <a:srgbClr val="a04da3"/>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Pytesseract ou easyOCR</a:t>
            </a:r>
            <a:endParaRPr b="0" lang="pt-BR" sz="26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PyPDF2</a:t>
            </a:r>
            <a:endParaRPr b="0" lang="pt-BR" sz="26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LangChain</a:t>
            </a:r>
            <a:endParaRPr b="0" lang="pt-BR" sz="2600" spc="-1" strike="noStrike">
              <a:solidFill>
                <a:srgbClr val="53548a"/>
              </a:solidFill>
              <a:latin typeface="Georgia"/>
            </a:endParaRPr>
          </a:p>
          <a:p>
            <a:pPr lvl="1" marL="657360" indent="-245880">
              <a:lnSpc>
                <a:spcPct val="100000"/>
              </a:lnSpc>
              <a:spcBef>
                <a:spcPts val="300"/>
              </a:spcBef>
              <a:buClr>
                <a:srgbClr val="438086"/>
              </a:buClr>
              <a:buFont typeface="Georgia"/>
              <a:buChar char="▫"/>
            </a:pPr>
            <a:r>
              <a:rPr b="0" lang="pt-BR" sz="2600" spc="-1" strike="noStrike">
                <a:solidFill>
                  <a:srgbClr val="438086"/>
                </a:solidFill>
                <a:latin typeface="Georgia"/>
              </a:rPr>
              <a:t>pypdfium2</a:t>
            </a:r>
            <a:endParaRPr b="0" lang="pt-BR" sz="2600" spc="-1" strike="noStrike">
              <a:solidFill>
                <a:srgbClr val="53548a"/>
              </a:solidFill>
              <a:latin typeface="Georgi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Rectangle 2"/>
          <p:cNvSpPr txBox="1"/>
          <p:nvPr/>
        </p:nvSpPr>
        <p:spPr>
          <a:xfrm>
            <a:off x="457200" y="647640"/>
            <a:ext cx="8229240" cy="1066320"/>
          </a:xfrm>
          <a:prstGeom prst="rect">
            <a:avLst/>
          </a:prstGeom>
          <a:noFill/>
          <a:ln w="0">
            <a:noFill/>
          </a:ln>
        </p:spPr>
        <p:txBody>
          <a:bodyPr anchor="ctr">
            <a:noAutofit/>
          </a:bodyPr>
          <a:p>
            <a:pPr>
              <a:lnSpc>
                <a:spcPct val="100000"/>
              </a:lnSpc>
            </a:pPr>
            <a:r>
              <a:rPr b="0" lang="en-US" sz="4000" spc="-1" strike="noStrike">
                <a:solidFill>
                  <a:srgbClr val="424456"/>
                </a:solidFill>
                <a:latin typeface="Trebuchet MS"/>
              </a:rPr>
              <a:t>Referências</a:t>
            </a:r>
            <a:endParaRPr b="0" lang="pt-BR" sz="4000" spc="-1" strike="noStrike">
              <a:solidFill>
                <a:srgbClr val="000000"/>
              </a:solidFill>
              <a:latin typeface="Georgia"/>
            </a:endParaRPr>
          </a:p>
        </p:txBody>
      </p:sp>
      <p:sp>
        <p:nvSpPr>
          <p:cNvPr id="205" name="Rectangle 3"/>
          <p:cNvSpPr txBox="1"/>
          <p:nvPr/>
        </p:nvSpPr>
        <p:spPr>
          <a:xfrm>
            <a:off x="251640" y="1556640"/>
            <a:ext cx="8712720" cy="4857480"/>
          </a:xfrm>
          <a:prstGeom prst="rect">
            <a:avLst/>
          </a:prstGeom>
          <a:noFill/>
          <a:ln w="0">
            <a:noFill/>
          </a:ln>
        </p:spPr>
        <p:txBody>
          <a:bodyPr>
            <a:noAutofit/>
          </a:bodyPr>
          <a:p>
            <a:pPr marL="365040" indent="-255240">
              <a:lnSpc>
                <a:spcPct val="100000"/>
              </a:lnSpc>
              <a:spcBef>
                <a:spcPts val="300"/>
              </a:spcBef>
              <a:buClr>
                <a:srgbClr val="a04da3"/>
              </a:buClr>
              <a:buFont typeface="Georgia"/>
              <a:buChar char="•"/>
            </a:pPr>
            <a:r>
              <a:rPr b="0" lang="pt-BR" sz="2400" spc="-1" strike="noStrike">
                <a:solidFill>
                  <a:srgbClr val="000000"/>
                </a:solidFill>
                <a:latin typeface="Georgia"/>
              </a:rPr>
              <a:t>Elsmari, R., Navathe, Shamkant B. “Sistemas de Banco de Dados”. 6ª Edição, Pearson Brasil, 2011.</a:t>
            </a:r>
            <a:endParaRPr b="0" lang="pt-BR" sz="24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6" name="Imagem 13" descr="puzzle.jpg"/>
          <p:cNvPicPr/>
          <p:nvPr/>
        </p:nvPicPr>
        <p:blipFill>
          <a:blip r:embed="rId1"/>
          <a:stretch/>
        </p:blipFill>
        <p:spPr>
          <a:xfrm>
            <a:off x="0" y="0"/>
            <a:ext cx="9143640" cy="6857640"/>
          </a:xfrm>
          <a:prstGeom prst="rect">
            <a:avLst/>
          </a:prstGeom>
          <a:ln w="0">
            <a:noFill/>
          </a:ln>
        </p:spPr>
      </p:pic>
      <p:sp>
        <p:nvSpPr>
          <p:cNvPr id="207" name="Conector reto 12"/>
          <p:cNvSpPr/>
          <p:nvPr/>
        </p:nvSpPr>
        <p:spPr>
          <a:xfrm>
            <a:off x="0" y="0"/>
            <a:ext cx="914400" cy="360"/>
          </a:xfrm>
          <a:prstGeom prst="line">
            <a:avLst/>
          </a:prstGeom>
          <a:ln w="0">
            <a:solidFill>
              <a:srgbClr val="fbffff"/>
            </a:solidFill>
          </a:ln>
        </p:spPr>
        <p:style>
          <a:lnRef idx="1">
            <a:schemeClr val="accent1"/>
          </a:lnRef>
          <a:fillRef idx="0">
            <a:schemeClr val="accent1"/>
          </a:fillRef>
          <a:effectRef idx="0">
            <a:schemeClr val="accent1"/>
          </a:effectRef>
          <a:fontRef idx="minor"/>
        </p:style>
      </p:sp>
      <p:sp>
        <p:nvSpPr>
          <p:cNvPr id="208" name="Text Box 3"/>
          <p:cNvSpPr/>
          <p:nvPr/>
        </p:nvSpPr>
        <p:spPr>
          <a:xfrm>
            <a:off x="192600" y="5741640"/>
            <a:ext cx="6035400" cy="1071360"/>
          </a:xfrm>
          <a:prstGeom prst="rect">
            <a:avLst/>
          </a:prstGeom>
          <a:noFill/>
          <a:ln w="9525">
            <a:noFill/>
          </a:ln>
        </p:spPr>
        <p:style>
          <a:lnRef idx="0"/>
          <a:fillRef idx="0"/>
          <a:effectRef idx="0"/>
          <a:fontRef idx="minor"/>
        </p:style>
        <p:txBody>
          <a:bodyPr lIns="90000" rIns="90000" tIns="45000" bIns="45000">
            <a:noAutofit/>
          </a:bodyPr>
          <a:p>
            <a:pPr>
              <a:lnSpc>
                <a:spcPct val="100000"/>
              </a:lnSpc>
            </a:pPr>
            <a:r>
              <a:rPr b="0" lang="pt-BR" sz="3200" spc="-1" strike="noStrike">
                <a:solidFill>
                  <a:srgbClr val="000000"/>
                </a:solidFill>
                <a:latin typeface="Georgia"/>
              </a:rPr>
              <a:t>Regis Pires Magalhães</a:t>
            </a:r>
            <a:endParaRPr b="0" lang="pt-BR" sz="3200" spc="-1" strike="noStrike">
              <a:latin typeface="Arial"/>
            </a:endParaRPr>
          </a:p>
          <a:p>
            <a:pPr>
              <a:lnSpc>
                <a:spcPct val="100000"/>
              </a:lnSpc>
            </a:pPr>
            <a:r>
              <a:rPr b="0" lang="pt-BR" sz="2400" spc="-1" strike="noStrike">
                <a:solidFill>
                  <a:srgbClr val="000000"/>
                </a:solidFill>
                <a:latin typeface="Consolas"/>
              </a:rPr>
              <a:t>regismagalhaes@ufc.br </a:t>
            </a:r>
            <a:endParaRPr b="0" lang="pt-BR" sz="2400" spc="-1" strike="noStrike">
              <a:latin typeface="Arial"/>
            </a:endParaRPr>
          </a:p>
        </p:txBody>
      </p:sp>
      <p:sp>
        <p:nvSpPr>
          <p:cNvPr id="209" name="Text Box 2"/>
          <p:cNvSpPr/>
          <p:nvPr/>
        </p:nvSpPr>
        <p:spPr>
          <a:xfrm>
            <a:off x="1873080" y="71280"/>
            <a:ext cx="7198920" cy="1071360"/>
          </a:xfrm>
          <a:prstGeom prst="rect">
            <a:avLst/>
          </a:prstGeom>
          <a:noFill/>
          <a:ln w="9525">
            <a:noFill/>
          </a:ln>
        </p:spPr>
        <p:style>
          <a:lnRef idx="0"/>
          <a:fillRef idx="0"/>
          <a:effectRef idx="0"/>
          <a:fontRef idx="minor"/>
        </p:style>
        <p:txBody>
          <a:bodyPr lIns="0" rIns="0" tIns="0" bIns="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en-US" sz="3600" spc="-1" strike="noStrike">
                <a:solidFill>
                  <a:srgbClr val="000000"/>
                </a:solidFill>
                <a:latin typeface="Trebuchet MS"/>
              </a:rPr>
              <a:t>Obrigado!</a:t>
            </a:r>
            <a:endParaRPr b="0" lang="pt-BR" sz="3600" spc="-1" strike="noStrike">
              <a:latin typeface="Arial"/>
            </a:endParaRPr>
          </a:p>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en-US" sz="2800" spc="-1" strike="noStrike">
                <a:solidFill>
                  <a:srgbClr val="000000"/>
                </a:solidFill>
                <a:latin typeface="Trebuchet MS"/>
              </a:rPr>
              <a:t>Dúvidas, comentários, sugestões?</a:t>
            </a:r>
            <a:endParaRPr b="0" lang="pt-BR" sz="2800" spc="-1" strike="noStrike">
              <a:latin typeface="Arial"/>
            </a:endParaRPr>
          </a:p>
        </p:txBody>
      </p:sp>
      <p:pic>
        <p:nvPicPr>
          <p:cNvPr id="210" name="Picture 3" descr="C:\Users\regis\Dropbox\ufc\ufc-logo.png"/>
          <p:cNvPicPr/>
          <p:nvPr/>
        </p:nvPicPr>
        <p:blipFill>
          <a:blip r:embed="rId2"/>
          <a:stretch/>
        </p:blipFill>
        <p:spPr>
          <a:xfrm>
            <a:off x="8028360" y="1240920"/>
            <a:ext cx="1017360" cy="13237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Urban</Template>
  <TotalTime>38746</TotalTime>
  <Application>LibreOffice/7.1.4.2$Windows_X86_64 LibreOffice_project/a529a4fab45b75fefc5b6226684193eb000654f6</Application>
  <AppVersion>15.0000</AppVersion>
  <Words>886</Words>
  <Paragraphs>85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2011-02-01T12:34:05Z</dcterms:created>
  <dc:creator>rpm</dc:creator>
  <dc:description/>
  <dc:language>pt-BR</dc:language>
  <cp:lastModifiedBy/>
  <dcterms:modified xsi:type="dcterms:W3CDTF">2025-10-23T09:34:01Z</dcterms:modified>
  <cp:revision>1506</cp:revision>
  <dc:subject/>
  <dc:title>Desenvolvimento de Software para Persistência  Tipos de Dados: Estruturados, semiestruturados e não estruturados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Apresentação na tela (4:3)</vt:lpwstr>
  </property>
  <property fmtid="{D5CDD505-2E9C-101B-9397-08002B2CF9AE}" pid="4" name="Slides">
    <vt:i4>12</vt:i4>
  </property>
</Properties>
</file>